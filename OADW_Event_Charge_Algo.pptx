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3" r:id="rId5"/>
  </p:sldMasterIdLst>
  <p:notesMasterIdLst>
    <p:notesMasterId r:id="rId16"/>
  </p:notesMasterIdLst>
  <p:sldIdLst>
    <p:sldId id="278" r:id="rId6"/>
    <p:sldId id="302" r:id="rId7"/>
    <p:sldId id="303" r:id="rId8"/>
    <p:sldId id="306" r:id="rId9"/>
    <p:sldId id="293" r:id="rId10"/>
    <p:sldId id="294" r:id="rId11"/>
    <p:sldId id="307" r:id="rId12"/>
    <p:sldId id="309" r:id="rId13"/>
    <p:sldId id="310" r:id="rId14"/>
    <p:sldId id="292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164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3658">
          <p15:clr>
            <a:srgbClr val="A4A3A4"/>
          </p15:clr>
        </p15:guide>
        <p15:guide id="5" pos="3840">
          <p15:clr>
            <a:srgbClr val="A4A3A4"/>
          </p15:clr>
        </p15:guide>
        <p15:guide id="6" pos="305">
          <p15:clr>
            <a:srgbClr val="A4A3A4"/>
          </p15:clr>
        </p15:guide>
        <p15:guide id="7" pos="74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2B38"/>
    <a:srgbClr val="63666A"/>
    <a:srgbClr val="D0D0CE"/>
    <a:srgbClr val="B1B3B3"/>
    <a:srgbClr val="888B8D"/>
    <a:srgbClr val="739600"/>
    <a:srgbClr val="F2AA00"/>
    <a:srgbClr val="E87722"/>
    <a:srgbClr val="FFFFFF"/>
    <a:srgbClr val="5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9" autoAdjust="0"/>
    <p:restoredTop sz="94727" autoAdjust="0"/>
  </p:normalViewPr>
  <p:slideViewPr>
    <p:cSldViewPr snapToGrid="0">
      <p:cViewPr varScale="1">
        <p:scale>
          <a:sx n="87" d="100"/>
          <a:sy n="87" d="100"/>
        </p:scale>
        <p:origin x="86" y="245"/>
      </p:cViewPr>
      <p:guideLst>
        <p:guide orient="horz" pos="2160"/>
        <p:guide orient="horz" pos="4164"/>
        <p:guide orient="horz" pos="3888"/>
        <p:guide orient="horz" pos="3658"/>
        <p:guide pos="3840"/>
        <p:guide pos="305"/>
        <p:guide pos="744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059E1-8A92-412E-9FFC-46DC2A12AD11}" type="datetimeFigureOut">
              <a:rPr lang="en-US" smtClean="0"/>
              <a:t>3/22/2022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1AA27-3892-4360-B986-D6B124C223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088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1AA27-3892-4360-B986-D6B124C223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94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emf"/><Relationship Id="rId5" Type="http://schemas.openxmlformats.org/officeDocument/2006/relationships/image" Target="../media/image2.jpeg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emf"/><Relationship Id="rId5" Type="http://schemas.openxmlformats.org/officeDocument/2006/relationships/image" Target="../media/image3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.emf"/><Relationship Id="rId5" Type="http://schemas.openxmlformats.org/officeDocument/2006/relationships/image" Target="../media/image4.jpe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.emf"/><Relationship Id="rId5" Type="http://schemas.openxmlformats.org/officeDocument/2006/relationships/image" Target="../media/image5.jpe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.emf"/><Relationship Id="rId5" Type="http://schemas.openxmlformats.org/officeDocument/2006/relationships/image" Target="../media/image6.jpe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.emf"/><Relationship Id="rId5" Type="http://schemas.openxmlformats.org/officeDocument/2006/relationships/image" Target="../media/image7.jpe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.emf"/><Relationship Id="rId5" Type="http://schemas.openxmlformats.org/officeDocument/2006/relationships/image" Target="../media/image8.jpe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.emf"/><Relationship Id="rId5" Type="http://schemas.openxmlformats.org/officeDocument/2006/relationships/image" Target="../media/image9.jpe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.emf"/><Relationship Id="rId5" Type="http://schemas.openxmlformats.org/officeDocument/2006/relationships/image" Target="../media/image10.jpe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emf"/><Relationship Id="rId5" Type="http://schemas.openxmlformats.org/officeDocument/2006/relationships/image" Target="../media/image11.jpe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8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0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0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8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0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8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image" Target="../media/image1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image" Target="../media/image1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6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1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0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image" Target="../media/image1.emf"/><Relationship Id="rId5" Type="http://schemas.openxmlformats.org/officeDocument/2006/relationships/image" Target="../media/image12.png"/><Relationship Id="rId4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Busin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cbarthol\Desktop\Charlotte Work\Tools\PPT\Empower\2019 PPT cover images\women-shaking-hands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34"/>
            <a:ext cx="12192000" cy="685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 bwMode="gray">
          <a:xfrm>
            <a:off x="0" y="-233"/>
            <a:ext cx="11117029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71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6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5" name="Rectangle 4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5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920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Life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cbarthol\Desktop\Charlotte Work\Tools\PPT\Empower\2019 PPT cover images\2-women-running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92"/>
            <a:ext cx="12192000" cy="685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 bwMode="auto">
          <a:xfrm>
            <a:off x="0" y="9292"/>
            <a:ext cx="11092811" cy="6843371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71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1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7" name="Rectangle 16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4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3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Clin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cbarthol\Desktop\Charlotte Work\Tools\PPT\Empower\2019 PPT cover images\3-hallway-nurse-doctor-tablet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-234"/>
            <a:ext cx="12192000" cy="685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0" y="-233"/>
            <a:ext cx="12068629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431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Life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cbarthol\Desktop\Charlotte Work\Tools\PPT\Empower\2019 PPT cover images\4-father-child-doctor-laptop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1" y="-233"/>
            <a:ext cx="8550233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80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Clin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C:\Users\cbarthol\Desktop\Charlotte Work\Tools\PPT\Empower\2019 PPT cover images\5-doctor-tablet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1999" cy="685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1" y="-233"/>
            <a:ext cx="10070274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875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Busin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cbarthol\Desktop\Charlotte Work\Tools\PPT\Empower\2019 PPT cover images\meeting-post-its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233"/>
            <a:ext cx="12191999" cy="685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1" y="-233"/>
            <a:ext cx="10070274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09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Lifesty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C:\Users\cbarthol\Desktop\Charlotte Work\Tools\PPT\Empower\2019 PPT cover images\7-woman-sitting-phone-mobile-16x9.jpeg"/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" t="869"/>
          <a:stretch/>
        </p:blipFill>
        <p:spPr bwMode="auto">
          <a:xfrm>
            <a:off x="0" y="0"/>
            <a:ext cx="12191999" cy="6859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1" y="-233"/>
            <a:ext cx="10070274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34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Lifesty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cbarthol\Desktop\Charlotte Work\Tools\PPT\Empower\2019 PPT cover images\zion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233"/>
            <a:ext cx="12192000" cy="6859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0" y="-233"/>
            <a:ext cx="11008425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2315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Milit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cbarthol\Desktop\Charlotte Work\Tools\PPT\Empower\2019 PPT cover images\9-military-army-family-happy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34"/>
            <a:ext cx="12192000" cy="685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0" y="-233"/>
            <a:ext cx="11008425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7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228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Vetera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cbarthol\Desktop\Charlotte Work\Tools\PPT\Empower\2019 PPT cover images\10-military-navy-man-doctor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0" y="-233"/>
            <a:ext cx="11008425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0264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Custom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12192000" cy="6858000"/>
          </a:xfrm>
          <a:noFill/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-1" y="-5893"/>
            <a:ext cx="11946577" cy="6858000"/>
          </a:xfrm>
          <a:gradFill flip="none" rotWithShape="1">
            <a:gsLst>
              <a:gs pos="0">
                <a:srgbClr val="FFFFFF"/>
              </a:gs>
              <a:gs pos="71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>
            <a:lvl1pPr>
              <a:def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pPr lvl="0" algn="ctr" defTabSz="914196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 | Image instructions at right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4" name="MIO_LOGOPLACEHOLDER#LowerLeftMediumWide" hidden="1"/>
          <p:cNvSpPr/>
          <p:nvPr userDrawn="1"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20" name="Rectangle 19" hidden="1"/>
          <p:cNvSpPr/>
          <p:nvPr userDrawn="1">
            <p:custDataLst>
              <p:tags r:id="rId1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307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Type insightful headline in sentence case | One line</a:t>
            </a:r>
          </a:p>
        </p:txBody>
      </p:sp>
      <p:sp>
        <p:nvSpPr>
          <p:cNvPr id="3" name="Bullets/content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type text. To change text formatting (approved color, size, bullets), place cursor at beginning of text/line and hit Tab or Shift Tab. Click icon for chart or table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9" name="Rectangle 8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0" name="Rectangle 9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1" name="Rectangle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2" name="Rectangle 11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A4886B7-26B1-4F85-8462-29E9EF265361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728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, 1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Type insightful headline in sentence case | One line</a:t>
            </a:r>
          </a:p>
        </p:txBody>
      </p:sp>
      <p:sp>
        <p:nvSpPr>
          <p:cNvPr id="3" name="Content Left"/>
          <p:cNvSpPr>
            <a:spLocks noGrp="1"/>
          </p:cNvSpPr>
          <p:nvPr>
            <p:ph sz="half" idx="1" hasCustomPrompt="1"/>
          </p:nvPr>
        </p:nvSpPr>
        <p:spPr>
          <a:xfrm>
            <a:off x="495300" y="1825625"/>
            <a:ext cx="5524500" cy="407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type text. To change text formatting (approved color, size, bullets), place cursor at beginning of text/line and hit Tab or Shift Tab. Click icon for chart or table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Right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660572" cy="407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type text. To change text formatting (approved color, size, bullets), place cursor at beginning of text/line and hit Tab or Shift Tab. Click icon for chart or table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10" name="Rectangle 9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1" name="Rectangle 10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2" name="Rectangle 1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3" name="Rectangle 12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27A37B0-6620-411F-B9F6-135A1B4AE0E7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360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, 2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L"/>
          <p:cNvSpPr>
            <a:spLocks noGrp="1"/>
          </p:cNvSpPr>
          <p:nvPr>
            <p:ph sz="half" idx="1" hasCustomPrompt="1"/>
          </p:nvPr>
        </p:nvSpPr>
        <p:spPr>
          <a:xfrm>
            <a:off x="495300" y="1825625"/>
            <a:ext cx="5524500" cy="407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type text. To change text formatting (approved color, size, bullets), place cursor at beginning of text/line and hit Tab or Shift Tab. Click icon for chart or table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R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660572" cy="407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type text. To change text formatting (approved color, size, bullets), place cursor at beginning of text/line and hit Tab or Shift Tab. Click icon for chart or table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 L"/>
          <p:cNvSpPr>
            <a:spLocks noGrp="1"/>
          </p:cNvSpPr>
          <p:nvPr>
            <p:ph type="body" idx="13" hasCustomPrompt="1"/>
          </p:nvPr>
        </p:nvSpPr>
        <p:spPr>
          <a:xfrm>
            <a:off x="495300" y="1118282"/>
            <a:ext cx="5502275" cy="492125"/>
          </a:xfrm>
        </p:spPr>
        <p:txBody>
          <a:bodyPr anchor="t"/>
          <a:lstStyle>
            <a:lvl1pPr marL="0" indent="0">
              <a:buNone/>
              <a:defRPr sz="26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Short subhead</a:t>
            </a:r>
          </a:p>
        </p:txBody>
      </p:sp>
      <p:sp>
        <p:nvSpPr>
          <p:cNvPr id="10" name="Subtitle R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118282"/>
            <a:ext cx="5638800" cy="492125"/>
          </a:xfrm>
        </p:spPr>
        <p:txBody>
          <a:bodyPr anchor="t"/>
          <a:lstStyle>
            <a:lvl1pPr marL="0" indent="0">
              <a:buNone/>
              <a:defRPr sz="26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Short subhead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Type insightful headline in sentence case | One line</a:t>
            </a:r>
          </a:p>
        </p:txBody>
      </p:sp>
      <p:sp>
        <p:nvSpPr>
          <p:cNvPr id="12" name="Rectangle 11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3" name="Rectangle 12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4" name="Rectangle 13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5" name="Rectangle 14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567D776-C359-44AB-BE9A-49727ED657EB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462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Type insightful headline in sentence case | One line</a:t>
            </a:r>
          </a:p>
        </p:txBody>
      </p:sp>
      <p:sp>
        <p:nvSpPr>
          <p:cNvPr id="7" name="Rectangle 6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8" name="Rectangle 7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9" name="Rectangle 8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0" name="Rectangle 9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DD12-C0B7-4EB7-BE19-20A981B87DFA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235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Type insightful headline in sentence case | One line</a:t>
            </a:r>
          </a:p>
        </p:txBody>
      </p:sp>
      <p:sp>
        <p:nvSpPr>
          <p:cNvPr id="8" name="Rectangle 7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9" name="Rectangle 8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0" name="Rectangle 9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1" name="Rectangle 10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E56CE5-DA97-4927-BDBD-BB321CB1A6C4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846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1"/>
          <p:cNvSpPr>
            <a:spLocks noGrp="1"/>
          </p:cNvSpPr>
          <p:nvPr>
            <p:ph sz="half" idx="1" hasCustomPrompt="1"/>
          </p:nvPr>
        </p:nvSpPr>
        <p:spPr>
          <a:xfrm>
            <a:off x="784513" y="4401689"/>
            <a:ext cx="3335482" cy="1503809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-228600">
              <a:buFont typeface="Arial" panose="020B0604020202020204" pitchFamily="34" charset="0"/>
              <a:buChar char="•"/>
              <a:defRPr sz="1400"/>
            </a:lvl2pPr>
            <a:lvl3pPr marL="457200" indent="-228600">
              <a:buClr>
                <a:schemeClr val="tx1"/>
              </a:buClr>
              <a:buFont typeface="Arial" panose="020B0604020202020204" pitchFamily="34" charset="0"/>
              <a:buChar char="−"/>
              <a:defRPr sz="1400"/>
            </a:lvl3pPr>
            <a:lvl4pPr marL="687388" indent="-230188">
              <a:buFont typeface="Arial" panose="020B0604020202020204" pitchFamily="34" charset="0"/>
              <a:buChar char="•"/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Type 16 pt gray text max three lines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2">
            <a:extLst>
              <a:ext uri="{FF2B5EF4-FFF2-40B4-BE49-F238E27FC236}">
                <a16:creationId xmlns:a16="http://schemas.microsoft.com/office/drawing/2014/main" id="{91B99C12-BC4B-42D3-9852-1F9B4101E133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436843" y="4401689"/>
            <a:ext cx="3335482" cy="1503809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-228600">
              <a:buFont typeface="Arial" panose="020B0604020202020204" pitchFamily="34" charset="0"/>
              <a:buChar char="•"/>
              <a:defRPr sz="1400"/>
            </a:lvl2pPr>
            <a:lvl3pPr marL="457200" indent="-228600">
              <a:buClr>
                <a:schemeClr val="tx1"/>
              </a:buClr>
              <a:buFont typeface="Arial" panose="020B0604020202020204" pitchFamily="34" charset="0"/>
              <a:buChar char="−"/>
              <a:defRPr sz="1400"/>
            </a:lvl3pPr>
            <a:lvl4pPr marL="687388" indent="-230188">
              <a:buFont typeface="Arial" panose="020B0604020202020204" pitchFamily="34" charset="0"/>
              <a:buChar char="•"/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Type 16 pt gray text max three lines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3">
            <a:extLst>
              <a:ext uri="{FF2B5EF4-FFF2-40B4-BE49-F238E27FC236}">
                <a16:creationId xmlns:a16="http://schemas.microsoft.com/office/drawing/2014/main" id="{D9004B96-D94C-4153-B36B-4355853060EA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8175761" y="4401689"/>
            <a:ext cx="3335482" cy="1503809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-228600">
              <a:buFont typeface="Arial" panose="020B0604020202020204" pitchFamily="34" charset="0"/>
              <a:buChar char="•"/>
              <a:defRPr sz="1400"/>
            </a:lvl2pPr>
            <a:lvl3pPr marL="457200" indent="-228600">
              <a:buClr>
                <a:schemeClr val="tx1"/>
              </a:buClr>
              <a:buFont typeface="Arial" panose="020B0604020202020204" pitchFamily="34" charset="0"/>
              <a:buChar char="−"/>
              <a:defRPr sz="1400"/>
            </a:lvl3pPr>
            <a:lvl4pPr marL="687388" indent="-230188">
              <a:buFont typeface="Arial" panose="020B0604020202020204" pitchFamily="34" charset="0"/>
              <a:buChar char="•"/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Type 16 pt gray text max three lines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Orange title 1">
            <a:extLst>
              <a:ext uri="{FF2B5EF4-FFF2-40B4-BE49-F238E27FC236}">
                <a16:creationId xmlns:a16="http://schemas.microsoft.com/office/drawing/2014/main" id="{4736416D-EB4F-4346-8783-FC896DC0CA6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14" y="3868738"/>
            <a:ext cx="3335482" cy="4572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Type subhead in 16 pt orange | Max two lines</a:t>
            </a:r>
          </a:p>
        </p:txBody>
      </p:sp>
      <p:sp>
        <p:nvSpPr>
          <p:cNvPr id="18" name="Orange title 2">
            <a:extLst>
              <a:ext uri="{FF2B5EF4-FFF2-40B4-BE49-F238E27FC236}">
                <a16:creationId xmlns:a16="http://schemas.microsoft.com/office/drawing/2014/main" id="{5BAB981D-A627-42CC-B2DE-02C26E3DF9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6843" y="3865340"/>
            <a:ext cx="3335482" cy="4572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Type subhead in 16 pt orange | Max two lines</a:t>
            </a:r>
          </a:p>
        </p:txBody>
      </p:sp>
      <p:sp>
        <p:nvSpPr>
          <p:cNvPr id="19" name="Orange title 3">
            <a:extLst>
              <a:ext uri="{FF2B5EF4-FFF2-40B4-BE49-F238E27FC236}">
                <a16:creationId xmlns:a16="http://schemas.microsoft.com/office/drawing/2014/main" id="{E65F5722-9D51-4EC9-BA8C-FDC59DB846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75761" y="3865340"/>
            <a:ext cx="3335482" cy="4572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Type subhead in 16 pt orange | Max two lines</a:t>
            </a:r>
          </a:p>
        </p:txBody>
      </p:sp>
      <p:sp>
        <p:nvSpPr>
          <p:cNvPr id="12" name="Circle 3"/>
          <p:cNvSpPr>
            <a:spLocks noGrp="1"/>
          </p:cNvSpPr>
          <p:nvPr>
            <p:ph type="body" sz="quarter" idx="16" hasCustomPrompt="1"/>
          </p:nvPr>
        </p:nvSpPr>
        <p:spPr>
          <a:xfrm>
            <a:off x="8910814" y="1828800"/>
            <a:ext cx="1865376" cy="1866900"/>
          </a:xfrm>
          <a:prstGeom prst="ellipse">
            <a:avLst/>
          </a:prstGeom>
          <a:ln w="19050">
            <a:solidFill>
              <a:schemeClr val="accent1"/>
            </a:solidFill>
          </a:ln>
        </p:spPr>
        <p:txBody>
          <a:bodyPr anchor="ctr"/>
          <a:lstStyle>
            <a:lvl1pPr algn="ctr">
              <a:buNone/>
              <a:defRPr sz="1200">
                <a:solidFill>
                  <a:schemeClr val="bg2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Place icon here. To hide this text, place cursor then hit space bar. Duplicate or delete as needed.</a:t>
            </a:r>
          </a:p>
        </p:txBody>
      </p:sp>
      <p:sp>
        <p:nvSpPr>
          <p:cNvPr id="11" name="Circle 2"/>
          <p:cNvSpPr>
            <a:spLocks noGrp="1"/>
          </p:cNvSpPr>
          <p:nvPr>
            <p:ph type="body" sz="quarter" idx="15" hasCustomPrompt="1"/>
          </p:nvPr>
        </p:nvSpPr>
        <p:spPr>
          <a:xfrm>
            <a:off x="5171896" y="1828800"/>
            <a:ext cx="1865376" cy="1866900"/>
          </a:xfrm>
          <a:prstGeom prst="ellipse">
            <a:avLst/>
          </a:prstGeom>
          <a:ln w="19050">
            <a:solidFill>
              <a:schemeClr val="accent1"/>
            </a:solidFill>
          </a:ln>
        </p:spPr>
        <p:txBody>
          <a:bodyPr anchor="ctr"/>
          <a:lstStyle>
            <a:lvl1pPr algn="ctr">
              <a:buNone/>
              <a:defRPr sz="1200">
                <a:solidFill>
                  <a:schemeClr val="bg2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Place icon here. To hide this text, place cursor then hit space bar. Duplicate or delete as needed.</a:t>
            </a:r>
          </a:p>
        </p:txBody>
      </p:sp>
      <p:sp>
        <p:nvSpPr>
          <p:cNvPr id="10" name="Circle 1"/>
          <p:cNvSpPr>
            <a:spLocks noGrp="1"/>
          </p:cNvSpPr>
          <p:nvPr>
            <p:ph type="body" sz="quarter" idx="14" hasCustomPrompt="1"/>
          </p:nvPr>
        </p:nvSpPr>
        <p:spPr>
          <a:xfrm>
            <a:off x="1519566" y="1828800"/>
            <a:ext cx="1865376" cy="1866900"/>
          </a:xfrm>
          <a:prstGeom prst="ellipse">
            <a:avLst/>
          </a:prstGeom>
          <a:ln w="19050">
            <a:solidFill>
              <a:schemeClr val="accent1"/>
            </a:solidFill>
          </a:ln>
        </p:spPr>
        <p:txBody>
          <a:bodyPr anchor="ctr"/>
          <a:lstStyle>
            <a:lvl1pPr algn="ctr">
              <a:buNone/>
              <a:defRPr sz="1200">
                <a:solidFill>
                  <a:schemeClr val="bg2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Place icon here. To hide this text, place cursor then hit space bar. Duplicate or delete as needed.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Type insightful headline in sentence case | One line</a:t>
            </a:r>
          </a:p>
        </p:txBody>
      </p:sp>
      <p:sp>
        <p:nvSpPr>
          <p:cNvPr id="20" name="Rectangle 19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1" name="Rectangle 20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2" name="Rectangle 2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3" name="Rectangle 22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240852D-C87A-4826-AD72-9FDBAB24800F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177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5"/>
          <p:cNvSpPr>
            <a:spLocks noGrp="1"/>
          </p:cNvSpPr>
          <p:nvPr>
            <p:ph type="body" sz="quarter" idx="23" hasCustomPrompt="1"/>
          </p:nvPr>
        </p:nvSpPr>
        <p:spPr>
          <a:xfrm>
            <a:off x="9637488" y="2492372"/>
            <a:ext cx="219456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30" name="Hea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9637486" y="1828798"/>
            <a:ext cx="2194560" cy="663575"/>
          </a:xfrm>
          <a:solidFill>
            <a:srgbClr val="A22B38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4" name="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7351941" y="2492372"/>
            <a:ext cx="219456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9" name="Hea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7351941" y="1828798"/>
            <a:ext cx="2194560" cy="663575"/>
          </a:xfrm>
          <a:solidFill>
            <a:schemeClr val="accent1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3" name="Text 3"/>
          <p:cNvSpPr>
            <a:spLocks noGrp="1"/>
          </p:cNvSpPr>
          <p:nvPr>
            <p:ph type="body" sz="quarter" idx="21" hasCustomPrompt="1"/>
          </p:nvPr>
        </p:nvSpPr>
        <p:spPr>
          <a:xfrm>
            <a:off x="5066394" y="2492372"/>
            <a:ext cx="219456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8" name="Hea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5066394" y="1828798"/>
            <a:ext cx="2194560" cy="663575"/>
          </a:xfrm>
          <a:solidFill>
            <a:schemeClr val="accent4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2" name="Text 2"/>
          <p:cNvSpPr>
            <a:spLocks noGrp="1"/>
          </p:cNvSpPr>
          <p:nvPr>
            <p:ph type="body" sz="quarter" idx="20" hasCustomPrompt="1"/>
          </p:nvPr>
        </p:nvSpPr>
        <p:spPr>
          <a:xfrm>
            <a:off x="2780847" y="2492372"/>
            <a:ext cx="219456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7" name="Hea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2780847" y="1828798"/>
            <a:ext cx="2194560" cy="663575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492372"/>
            <a:ext cx="219456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828797"/>
            <a:ext cx="2194560" cy="663575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5 Column | Type insightful headline in sentence case | One line</a:t>
            </a:r>
          </a:p>
        </p:txBody>
      </p:sp>
      <p:sp>
        <p:nvSpPr>
          <p:cNvPr id="17" name="Rectangle 16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8" name="Rectangle 17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9" name="Rectangle 18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0" name="Rectangle 19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70500ED-450C-4812-8F83-812B349AAA83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711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9079143" y="2492372"/>
            <a:ext cx="27432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9" name="Hea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9079143" y="1828798"/>
            <a:ext cx="2743200" cy="663575"/>
          </a:xfrm>
          <a:solidFill>
            <a:schemeClr val="accent1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3" name="Text 3"/>
          <p:cNvSpPr>
            <a:spLocks noGrp="1"/>
          </p:cNvSpPr>
          <p:nvPr>
            <p:ph type="body" sz="quarter" idx="21" hasCustomPrompt="1"/>
          </p:nvPr>
        </p:nvSpPr>
        <p:spPr>
          <a:xfrm>
            <a:off x="6217862" y="2492372"/>
            <a:ext cx="27432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8" name="Hea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217862" y="1828798"/>
            <a:ext cx="2743200" cy="663575"/>
          </a:xfrm>
          <a:solidFill>
            <a:schemeClr val="accent4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2" name="Text 2"/>
          <p:cNvSpPr>
            <a:spLocks noGrp="1"/>
          </p:cNvSpPr>
          <p:nvPr>
            <p:ph type="body" sz="quarter" idx="20" hasCustomPrompt="1"/>
          </p:nvPr>
        </p:nvSpPr>
        <p:spPr>
          <a:xfrm>
            <a:off x="3356581" y="2492372"/>
            <a:ext cx="27432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7" name="Hea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356581" y="1828798"/>
            <a:ext cx="2743200" cy="663575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492372"/>
            <a:ext cx="27432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828797"/>
            <a:ext cx="2743200" cy="663575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4 Column | Type insightful headline in sentence case | One line</a:t>
            </a:r>
          </a:p>
        </p:txBody>
      </p:sp>
      <p:sp>
        <p:nvSpPr>
          <p:cNvPr id="15" name="Rectangle 14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6" name="Rectangle 15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7" name="Rectangle 16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8" name="Rectangle 17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A330414-8BC4-47E7-ADAF-BC3527C08519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6826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3"/>
          <p:cNvSpPr>
            <a:spLocks noGrp="1"/>
          </p:cNvSpPr>
          <p:nvPr>
            <p:ph type="body" sz="quarter" idx="21" hasCustomPrompt="1"/>
          </p:nvPr>
        </p:nvSpPr>
        <p:spPr>
          <a:xfrm>
            <a:off x="8177285" y="2492372"/>
            <a:ext cx="36576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8" name="Hea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177285" y="1828797"/>
            <a:ext cx="3657600" cy="663575"/>
          </a:xfrm>
          <a:solidFill>
            <a:schemeClr val="accent4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2" name="Text 2"/>
          <p:cNvSpPr>
            <a:spLocks noGrp="1"/>
          </p:cNvSpPr>
          <p:nvPr>
            <p:ph type="body" sz="quarter" idx="20" hasCustomPrompt="1"/>
          </p:nvPr>
        </p:nvSpPr>
        <p:spPr>
          <a:xfrm>
            <a:off x="4336293" y="2492372"/>
            <a:ext cx="36576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7" name="Hea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36293" y="1828797"/>
            <a:ext cx="3657600" cy="663575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492372"/>
            <a:ext cx="36576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828797"/>
            <a:ext cx="3657600" cy="663575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 Column | Type insightful headline in sentence case | One line</a:t>
            </a:r>
          </a:p>
        </p:txBody>
      </p:sp>
      <p:sp>
        <p:nvSpPr>
          <p:cNvPr id="13" name="Rectangle 12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4" name="Rectangle 13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5" name="Rectangle 14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6" name="Rectangle 15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20176C1-58B4-4BE5-A82F-114BD71DC6F9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89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R"/>
          <p:cNvSpPr>
            <a:spLocks noGrp="1"/>
          </p:cNvSpPr>
          <p:nvPr>
            <p:ph type="body" sz="quarter" idx="21" hasCustomPrompt="1"/>
          </p:nvPr>
        </p:nvSpPr>
        <p:spPr>
          <a:xfrm>
            <a:off x="6313712" y="2492372"/>
            <a:ext cx="54864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8" name="Header R"/>
          <p:cNvSpPr>
            <a:spLocks noGrp="1"/>
          </p:cNvSpPr>
          <p:nvPr>
            <p:ph type="body" sz="quarter" idx="16" hasCustomPrompt="1"/>
          </p:nvPr>
        </p:nvSpPr>
        <p:spPr>
          <a:xfrm>
            <a:off x="6313712" y="1828797"/>
            <a:ext cx="5486400" cy="663575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Text L"/>
          <p:cNvSpPr>
            <a:spLocks noGrp="1"/>
          </p:cNvSpPr>
          <p:nvPr>
            <p:ph type="body" sz="quarter" idx="19" hasCustomPrompt="1"/>
          </p:nvPr>
        </p:nvSpPr>
        <p:spPr>
          <a:xfrm>
            <a:off x="495299" y="2492372"/>
            <a:ext cx="54864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8" name="Header L"/>
          <p:cNvSpPr>
            <a:spLocks noGrp="1"/>
          </p:cNvSpPr>
          <p:nvPr>
            <p:ph type="body" sz="quarter" idx="14" hasCustomPrompt="1"/>
          </p:nvPr>
        </p:nvSpPr>
        <p:spPr>
          <a:xfrm>
            <a:off x="495299" y="1828800"/>
            <a:ext cx="5486400" cy="663575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 Column | Type insightful headline in sentence case | One line</a:t>
            </a:r>
          </a:p>
        </p:txBody>
      </p:sp>
      <p:sp>
        <p:nvSpPr>
          <p:cNvPr id="11" name="Rectangle 10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2" name="Rectangle 11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3" name="Rectangle 1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4" name="Rectangle 13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EEDF620-679B-4769-9C5B-B18E80351BA7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81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hoto w/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L"/>
          <p:cNvSpPr>
            <a:spLocks noGrp="1"/>
          </p:cNvSpPr>
          <p:nvPr>
            <p:ph type="pic" sz="quarter" idx="23"/>
          </p:nvPr>
        </p:nvSpPr>
        <p:spPr>
          <a:xfrm>
            <a:off x="524328" y="1828800"/>
            <a:ext cx="5571671" cy="4076700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R"/>
          <p:cNvSpPr>
            <a:spLocks noGrp="1"/>
          </p:cNvSpPr>
          <p:nvPr>
            <p:ph type="pic" sz="quarter" idx="25"/>
          </p:nvPr>
        </p:nvSpPr>
        <p:spPr>
          <a:xfrm>
            <a:off x="6096000" y="1828800"/>
            <a:ext cx="5715000" cy="4076700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L"/>
          <p:cNvSpPr>
            <a:spLocks noGrp="1"/>
          </p:cNvSpPr>
          <p:nvPr>
            <p:ph type="body" sz="quarter" idx="24" hasCustomPrompt="1"/>
          </p:nvPr>
        </p:nvSpPr>
        <p:spPr>
          <a:xfrm>
            <a:off x="2510971" y="4470400"/>
            <a:ext cx="3585028" cy="1435100"/>
          </a:xfrm>
          <a:solidFill>
            <a:schemeClr val="accent2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 | Remove if not needed</a:t>
            </a:r>
          </a:p>
        </p:txBody>
      </p:sp>
      <p:sp>
        <p:nvSpPr>
          <p:cNvPr id="18" name="Text R"/>
          <p:cNvSpPr>
            <a:spLocks noGrp="1"/>
          </p:cNvSpPr>
          <p:nvPr>
            <p:ph type="body" sz="quarter" idx="26" hasCustomPrompt="1"/>
          </p:nvPr>
        </p:nvSpPr>
        <p:spPr>
          <a:xfrm>
            <a:off x="8226552" y="4470400"/>
            <a:ext cx="3584448" cy="1435100"/>
          </a:xfrm>
          <a:solidFill>
            <a:schemeClr val="accent4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 | Remove if not needed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 Photo | Type insightful headline in sentence case | One line</a:t>
            </a:r>
          </a:p>
        </p:txBody>
      </p:sp>
      <p:sp>
        <p:nvSpPr>
          <p:cNvPr id="13" name="Rectangle 12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4" name="Rectangle 13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9" name="Rectangle 18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0" name="Rectangle 19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74AF452C-BC03-40B7-8DAA-3E8642F4C5D7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394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hoto w/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3"/>
          <p:cNvSpPr>
            <a:spLocks noGrp="1"/>
          </p:cNvSpPr>
          <p:nvPr>
            <p:ph type="pic" sz="quarter" idx="25"/>
          </p:nvPr>
        </p:nvSpPr>
        <p:spPr>
          <a:xfrm>
            <a:off x="8067405" y="1835374"/>
            <a:ext cx="3776472" cy="4076700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3"/>
          <p:cNvSpPr>
            <a:spLocks noGrp="1"/>
          </p:cNvSpPr>
          <p:nvPr>
            <p:ph type="body" sz="quarter" idx="26" hasCustomPrompt="1"/>
          </p:nvPr>
        </p:nvSpPr>
        <p:spPr>
          <a:xfrm>
            <a:off x="9766519" y="3873724"/>
            <a:ext cx="2077358" cy="2031776"/>
          </a:xfrm>
          <a:solidFill>
            <a:schemeClr val="accent4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 | Remove if not needed</a:t>
            </a:r>
          </a:p>
        </p:txBody>
      </p:sp>
      <p:sp>
        <p:nvSpPr>
          <p:cNvPr id="15" name="Picture 2"/>
          <p:cNvSpPr>
            <a:spLocks noGrp="1"/>
          </p:cNvSpPr>
          <p:nvPr>
            <p:ph type="pic" sz="quarter" idx="23"/>
          </p:nvPr>
        </p:nvSpPr>
        <p:spPr>
          <a:xfrm>
            <a:off x="4286398" y="1828800"/>
            <a:ext cx="3776472" cy="4076700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 2"/>
          <p:cNvSpPr>
            <a:spLocks noGrp="1"/>
          </p:cNvSpPr>
          <p:nvPr>
            <p:ph type="body" sz="quarter" idx="24" hasCustomPrompt="1"/>
          </p:nvPr>
        </p:nvSpPr>
        <p:spPr>
          <a:xfrm>
            <a:off x="5985512" y="3873724"/>
            <a:ext cx="2077358" cy="2031776"/>
          </a:xfrm>
          <a:solidFill>
            <a:schemeClr val="accent2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 | Remove if not needed</a:t>
            </a:r>
          </a:p>
        </p:txBody>
      </p:sp>
      <p:sp>
        <p:nvSpPr>
          <p:cNvPr id="9" name="Picture 1"/>
          <p:cNvSpPr>
            <a:spLocks noGrp="1"/>
          </p:cNvSpPr>
          <p:nvPr>
            <p:ph type="pic" sz="quarter" idx="22"/>
          </p:nvPr>
        </p:nvSpPr>
        <p:spPr>
          <a:xfrm>
            <a:off x="514351" y="1828800"/>
            <a:ext cx="3776472" cy="4076700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1"/>
          <p:cNvSpPr>
            <a:spLocks noGrp="1"/>
          </p:cNvSpPr>
          <p:nvPr>
            <p:ph type="body" sz="quarter" idx="14" hasCustomPrompt="1"/>
          </p:nvPr>
        </p:nvSpPr>
        <p:spPr>
          <a:xfrm>
            <a:off x="2204321" y="3873724"/>
            <a:ext cx="2077358" cy="2031776"/>
          </a:xfrm>
          <a:solidFill>
            <a:schemeClr val="tx1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 | Remove if not needed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 Photo | Type insightful headline in sentence case | One line</a:t>
            </a:r>
          </a:p>
        </p:txBody>
      </p:sp>
      <p:sp>
        <p:nvSpPr>
          <p:cNvPr id="19" name="Rectangle 18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0" name="Rectangle 19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1" name="Rectangle 2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2" name="Rectangle 21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28E78DE8-D59E-4E52-BD09-B7E010850D30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4103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hoto w/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mage 4"/>
          <p:cNvSpPr>
            <a:spLocks noGrp="1"/>
          </p:cNvSpPr>
          <p:nvPr>
            <p:ph type="pic" sz="quarter" idx="27"/>
          </p:nvPr>
        </p:nvSpPr>
        <p:spPr>
          <a:xfrm>
            <a:off x="8977313" y="1826530"/>
            <a:ext cx="2833688" cy="2583543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Hea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10349593" y="2971800"/>
            <a:ext cx="1461407" cy="1439408"/>
          </a:xfrm>
          <a:solidFill>
            <a:srgbClr val="A22B38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here| Remove if not needed</a:t>
            </a:r>
          </a:p>
        </p:txBody>
      </p:sp>
      <p:sp>
        <p:nvSpPr>
          <p:cNvPr id="17" name="Image 3"/>
          <p:cNvSpPr>
            <a:spLocks noGrp="1"/>
          </p:cNvSpPr>
          <p:nvPr>
            <p:ph type="pic" sz="quarter" idx="25"/>
          </p:nvPr>
        </p:nvSpPr>
        <p:spPr>
          <a:xfrm>
            <a:off x="6157912" y="1826530"/>
            <a:ext cx="2821781" cy="2583543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Hea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518285" y="2971800"/>
            <a:ext cx="1461407" cy="1439408"/>
          </a:xfrm>
          <a:solidFill>
            <a:schemeClr val="accent4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here| Remove if not needed</a:t>
            </a:r>
          </a:p>
        </p:txBody>
      </p:sp>
      <p:sp>
        <p:nvSpPr>
          <p:cNvPr id="15" name="Image 2"/>
          <p:cNvSpPr>
            <a:spLocks noGrp="1"/>
          </p:cNvSpPr>
          <p:nvPr>
            <p:ph type="pic" sz="quarter" idx="23"/>
          </p:nvPr>
        </p:nvSpPr>
        <p:spPr>
          <a:xfrm>
            <a:off x="3333751" y="1828800"/>
            <a:ext cx="2824162" cy="2583543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Hea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4696505" y="2971800"/>
            <a:ext cx="1461407" cy="1439408"/>
          </a:xfrm>
          <a:solidFill>
            <a:schemeClr val="accent2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here| Remove if not needed</a:t>
            </a:r>
          </a:p>
        </p:txBody>
      </p:sp>
      <p:sp>
        <p:nvSpPr>
          <p:cNvPr id="9" name="Image 1"/>
          <p:cNvSpPr>
            <a:spLocks noGrp="1"/>
          </p:cNvSpPr>
          <p:nvPr>
            <p:ph type="pic" sz="quarter" idx="22"/>
          </p:nvPr>
        </p:nvSpPr>
        <p:spPr>
          <a:xfrm>
            <a:off x="514350" y="1828800"/>
            <a:ext cx="2819400" cy="2583543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1872342" y="2971800"/>
            <a:ext cx="1461407" cy="1439408"/>
          </a:xfrm>
          <a:solidFill>
            <a:schemeClr val="tx1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here| Remove if not needed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4 Photo | Type insightful headline in sentence case | One line</a:t>
            </a:r>
          </a:p>
        </p:txBody>
      </p:sp>
      <p:sp>
        <p:nvSpPr>
          <p:cNvPr id="21" name="Rectangle 20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2" name="Rectangle 21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3" name="Rectangle 2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4" name="Rectangle 23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7A362F8-9165-43EA-8BFF-FBFB367753A5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4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Photo w/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Image 5"/>
          <p:cNvSpPr>
            <a:spLocks noGrp="1"/>
          </p:cNvSpPr>
          <p:nvPr>
            <p:ph type="pic" sz="quarter" idx="29"/>
          </p:nvPr>
        </p:nvSpPr>
        <p:spPr>
          <a:xfrm>
            <a:off x="9565441" y="1826530"/>
            <a:ext cx="2240280" cy="1974142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Hea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10662103" y="2700789"/>
            <a:ext cx="1116693" cy="1099883"/>
          </a:xfrm>
          <a:solidFill>
            <a:srgbClr val="A22B38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cap-</a:t>
            </a:r>
            <a:r>
              <a:rPr lang="en-US" dirty="0" err="1"/>
              <a:t>tion</a:t>
            </a:r>
            <a:r>
              <a:rPr lang="en-US" dirty="0"/>
              <a:t> here | Remove if not needed</a:t>
            </a:r>
          </a:p>
        </p:txBody>
      </p:sp>
      <p:sp>
        <p:nvSpPr>
          <p:cNvPr id="13" name="Image 4"/>
          <p:cNvSpPr>
            <a:spLocks noGrp="1"/>
          </p:cNvSpPr>
          <p:nvPr>
            <p:ph type="pic" sz="quarter" idx="27"/>
          </p:nvPr>
        </p:nvSpPr>
        <p:spPr>
          <a:xfrm>
            <a:off x="7302668" y="1826530"/>
            <a:ext cx="2240280" cy="1974142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Hea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8426255" y="2700789"/>
            <a:ext cx="1116693" cy="1099883"/>
          </a:xfrm>
          <a:solidFill>
            <a:schemeClr val="accent1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cap-</a:t>
            </a:r>
            <a:r>
              <a:rPr lang="en-US" dirty="0" err="1"/>
              <a:t>tion</a:t>
            </a:r>
            <a:r>
              <a:rPr lang="en-US" dirty="0"/>
              <a:t> here | Remove if not needed</a:t>
            </a:r>
          </a:p>
        </p:txBody>
      </p:sp>
      <p:sp>
        <p:nvSpPr>
          <p:cNvPr id="17" name="Image 3"/>
          <p:cNvSpPr>
            <a:spLocks noGrp="1"/>
          </p:cNvSpPr>
          <p:nvPr>
            <p:ph type="pic" sz="quarter" idx="25"/>
          </p:nvPr>
        </p:nvSpPr>
        <p:spPr>
          <a:xfrm>
            <a:off x="5039895" y="1826531"/>
            <a:ext cx="2240280" cy="1974141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Hea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6163482" y="2700789"/>
            <a:ext cx="1116693" cy="1099883"/>
          </a:xfrm>
          <a:solidFill>
            <a:schemeClr val="accent4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cap-</a:t>
            </a:r>
            <a:r>
              <a:rPr lang="en-US" dirty="0" err="1"/>
              <a:t>tion</a:t>
            </a:r>
            <a:r>
              <a:rPr lang="en-US" dirty="0"/>
              <a:t> here | Remove if not needed</a:t>
            </a:r>
          </a:p>
        </p:txBody>
      </p:sp>
      <p:sp>
        <p:nvSpPr>
          <p:cNvPr id="15" name="Image 2"/>
          <p:cNvSpPr>
            <a:spLocks noGrp="1"/>
          </p:cNvSpPr>
          <p:nvPr>
            <p:ph type="pic" sz="quarter" idx="23"/>
          </p:nvPr>
        </p:nvSpPr>
        <p:spPr>
          <a:xfrm>
            <a:off x="2777122" y="1826530"/>
            <a:ext cx="2240280" cy="1974142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Hea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3900709" y="2700789"/>
            <a:ext cx="1116693" cy="1099883"/>
          </a:xfrm>
          <a:solidFill>
            <a:schemeClr val="accent2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cap-</a:t>
            </a:r>
            <a:r>
              <a:rPr lang="en-US" dirty="0" err="1"/>
              <a:t>tion</a:t>
            </a:r>
            <a:r>
              <a:rPr lang="en-US" dirty="0"/>
              <a:t> here | Remove if not needed</a:t>
            </a:r>
          </a:p>
        </p:txBody>
      </p:sp>
      <p:sp>
        <p:nvSpPr>
          <p:cNvPr id="9" name="Image 1"/>
          <p:cNvSpPr>
            <a:spLocks noGrp="1"/>
          </p:cNvSpPr>
          <p:nvPr>
            <p:ph type="pic" sz="quarter" idx="22"/>
          </p:nvPr>
        </p:nvSpPr>
        <p:spPr>
          <a:xfrm>
            <a:off x="514349" y="1826530"/>
            <a:ext cx="2240280" cy="1974142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1637936" y="2700789"/>
            <a:ext cx="1116693" cy="1099883"/>
          </a:xfrm>
          <a:solidFill>
            <a:schemeClr val="tx1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cap-</a:t>
            </a:r>
            <a:r>
              <a:rPr lang="en-US" dirty="0" err="1"/>
              <a:t>tion</a:t>
            </a:r>
            <a:r>
              <a:rPr lang="en-US" dirty="0"/>
              <a:t> here | Remove if not needed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5 Photo | Type insightful headline in sentence case | One line</a:t>
            </a:r>
          </a:p>
        </p:txBody>
      </p:sp>
      <p:sp>
        <p:nvSpPr>
          <p:cNvPr id="23" name="Rectangle 22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4" name="Rectangle 23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5" name="Rectangle 24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6" name="Rectangle 25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A6A054C0-152C-418B-A313-EF7115C4C82A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184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5"/>
          <p:cNvSpPr>
            <a:spLocks noGrp="1"/>
          </p:cNvSpPr>
          <p:nvPr>
            <p:ph type="body" sz="quarter" idx="23" hasCustomPrompt="1"/>
          </p:nvPr>
        </p:nvSpPr>
        <p:spPr>
          <a:xfrm>
            <a:off x="9637486" y="3799114"/>
            <a:ext cx="2194560" cy="2106386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Text – add bullet if needed</a:t>
            </a:r>
          </a:p>
        </p:txBody>
      </p:sp>
      <p:sp>
        <p:nvSpPr>
          <p:cNvPr id="30" name="Hea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9637486" y="1828798"/>
            <a:ext cx="2194560" cy="1970316"/>
          </a:xfrm>
          <a:solidFill>
            <a:srgbClr val="A22B38"/>
          </a:solidFill>
        </p:spPr>
        <p:txBody>
          <a:bodyPr lIns="137160" tIns="45720" rIns="137160" bIns="45720" anchor="ctr"/>
          <a:lstStyle>
            <a:lvl1pPr marL="285750" indent="-28575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bar.]</a:t>
            </a:r>
          </a:p>
        </p:txBody>
      </p:sp>
      <p:sp>
        <p:nvSpPr>
          <p:cNvPr id="19" name="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7351941" y="3799114"/>
            <a:ext cx="2194560" cy="2106386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Text – add bullet if needed</a:t>
            </a:r>
          </a:p>
        </p:txBody>
      </p:sp>
      <p:sp>
        <p:nvSpPr>
          <p:cNvPr id="29" name="Hea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7351941" y="1828798"/>
            <a:ext cx="2194560" cy="1970316"/>
          </a:xfrm>
          <a:solidFill>
            <a:schemeClr val="accent1"/>
          </a:solidFill>
        </p:spPr>
        <p:txBody>
          <a:bodyPr lIns="137160" tIns="45720" rIns="137160" bIns="45720" anchor="ctr"/>
          <a:lstStyle>
            <a:lvl1pPr marL="285750" indent="-28575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bar.]</a:t>
            </a:r>
          </a:p>
        </p:txBody>
      </p:sp>
      <p:sp>
        <p:nvSpPr>
          <p:cNvPr id="18" name="Text 3"/>
          <p:cNvSpPr>
            <a:spLocks noGrp="1"/>
          </p:cNvSpPr>
          <p:nvPr>
            <p:ph type="body" sz="quarter" idx="21" hasCustomPrompt="1"/>
          </p:nvPr>
        </p:nvSpPr>
        <p:spPr>
          <a:xfrm>
            <a:off x="5066394" y="3799114"/>
            <a:ext cx="2194560" cy="2106386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Text – add bullet if needed</a:t>
            </a:r>
          </a:p>
        </p:txBody>
      </p:sp>
      <p:sp>
        <p:nvSpPr>
          <p:cNvPr id="28" name="Hea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5066394" y="1828798"/>
            <a:ext cx="2194560" cy="1970316"/>
          </a:xfrm>
          <a:solidFill>
            <a:schemeClr val="accent4"/>
          </a:solidFill>
        </p:spPr>
        <p:txBody>
          <a:bodyPr lIns="137160" tIns="45720" rIns="137160" bIns="45720" anchor="ctr"/>
          <a:lstStyle>
            <a:lvl1pPr marL="285750" indent="-28575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bar.]</a:t>
            </a:r>
          </a:p>
        </p:txBody>
      </p:sp>
      <p:sp>
        <p:nvSpPr>
          <p:cNvPr id="17" name="Text 2"/>
          <p:cNvSpPr>
            <a:spLocks noGrp="1"/>
          </p:cNvSpPr>
          <p:nvPr>
            <p:ph type="body" sz="quarter" idx="20" hasCustomPrompt="1"/>
          </p:nvPr>
        </p:nvSpPr>
        <p:spPr>
          <a:xfrm>
            <a:off x="2780844" y="3799114"/>
            <a:ext cx="2194563" cy="2106386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Text – add bullet if needed</a:t>
            </a:r>
          </a:p>
        </p:txBody>
      </p:sp>
      <p:sp>
        <p:nvSpPr>
          <p:cNvPr id="27" name="Hea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2780847" y="1828798"/>
            <a:ext cx="2194560" cy="1970316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 marL="285750" indent="-28575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bar.]</a:t>
            </a:r>
          </a:p>
        </p:txBody>
      </p:sp>
      <p:sp>
        <p:nvSpPr>
          <p:cNvPr id="31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3799114"/>
            <a:ext cx="2194560" cy="2106386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Text – add bullet if needed</a:t>
            </a:r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828797"/>
            <a:ext cx="2194560" cy="1970316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marL="171450" indent="-17145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bar.]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5 Column icon | Type insightful headline in sentence case | 1 line</a:t>
            </a:r>
          </a:p>
        </p:txBody>
      </p:sp>
      <p:sp>
        <p:nvSpPr>
          <p:cNvPr id="21" name="Rectangle 20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2" name="Rectangle 21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3" name="Rectangle 2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4" name="Rectangle 23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390337E2-D128-41D4-B77B-D14915750EBB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4399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ow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2318204" y="4624161"/>
            <a:ext cx="9489168" cy="1280160"/>
          </a:xfrm>
        </p:spPr>
        <p:txBody>
          <a:bodyPr lIns="137160" tIns="91440" rIns="137160" bIns="91440"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Level 1 text is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Hea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495300" y="4586060"/>
            <a:ext cx="1697450" cy="1307592"/>
          </a:xfrm>
          <a:solidFill>
            <a:schemeClr val="accent4"/>
          </a:solidFill>
        </p:spPr>
        <p:txBody>
          <a:bodyPr lIns="137160" tIns="45720" rIns="137160" bIns="45720" anchor="ctr"/>
          <a:lstStyle>
            <a:lvl1pPr marL="285750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bar]</a:t>
            </a:r>
          </a:p>
        </p:txBody>
      </p:sp>
      <p:sp>
        <p:nvSpPr>
          <p:cNvPr id="25" name="Text 2"/>
          <p:cNvSpPr>
            <a:spLocks noGrp="1"/>
          </p:cNvSpPr>
          <p:nvPr>
            <p:ph type="body" sz="quarter" idx="19" hasCustomPrompt="1"/>
          </p:nvPr>
        </p:nvSpPr>
        <p:spPr>
          <a:xfrm>
            <a:off x="2318204" y="3242808"/>
            <a:ext cx="9489168" cy="1280160"/>
          </a:xfrm>
        </p:spPr>
        <p:txBody>
          <a:bodyPr lIns="137160" tIns="91440" rIns="137160" bIns="91440"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Level 1 text is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Hea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95300" y="3223758"/>
            <a:ext cx="1697450" cy="1307592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 marL="285750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bar]</a:t>
            </a:r>
          </a:p>
        </p:txBody>
      </p:sp>
      <p:sp>
        <p:nvSpPr>
          <p:cNvPr id="9" name="Text 1"/>
          <p:cNvSpPr>
            <a:spLocks noGrp="1"/>
          </p:cNvSpPr>
          <p:nvPr>
            <p:ph type="body" sz="quarter" idx="18" hasCustomPrompt="1"/>
          </p:nvPr>
        </p:nvSpPr>
        <p:spPr>
          <a:xfrm>
            <a:off x="2318204" y="1861456"/>
            <a:ext cx="9489168" cy="1280160"/>
          </a:xfrm>
        </p:spPr>
        <p:txBody>
          <a:bodyPr lIns="137160" tIns="91440" rIns="137160" bIns="91440"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Level 1 text is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861456"/>
            <a:ext cx="1697450" cy="1307592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marL="285750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bar]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 row icon | Type insightful headline in sentence case | 1 line</a:t>
            </a:r>
          </a:p>
        </p:txBody>
      </p:sp>
      <p:sp>
        <p:nvSpPr>
          <p:cNvPr id="13" name="Rectangle 12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4" name="Rectangle 13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5" name="Rectangle 14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6" name="Rectangle 15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4627A7D-9AAD-479A-8AF2-19CA03547998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915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Row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2283278" y="4940406"/>
            <a:ext cx="9527722" cy="987552"/>
          </a:xfrm>
        </p:spPr>
        <p:txBody>
          <a:bodyPr lIns="137160" tIns="91440" rIns="137160" bIns="91440"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Level 1 text is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Hea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495300" y="4940802"/>
            <a:ext cx="1700784" cy="987552"/>
          </a:xfrm>
          <a:solidFill>
            <a:schemeClr val="accent1"/>
          </a:solidFill>
        </p:spPr>
        <p:txBody>
          <a:bodyPr lIns="137160" tIns="45720" rIns="137160" bIns="45720" anchor="ctr"/>
          <a:lstStyle>
            <a:lvl1pPr marL="171450" indent="-171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bar]</a:t>
            </a:r>
          </a:p>
        </p:txBody>
      </p:sp>
      <p:sp>
        <p:nvSpPr>
          <p:cNvPr id="26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2283278" y="3914354"/>
            <a:ext cx="9527722" cy="987552"/>
          </a:xfrm>
        </p:spPr>
        <p:txBody>
          <a:bodyPr lIns="137160" tIns="91440" rIns="137160" bIns="91440"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Level 1 text is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Hea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495300" y="3914354"/>
            <a:ext cx="1700784" cy="987552"/>
          </a:xfrm>
          <a:solidFill>
            <a:schemeClr val="accent4"/>
          </a:solidFill>
        </p:spPr>
        <p:txBody>
          <a:bodyPr lIns="137160" tIns="45720" rIns="137160" bIns="45720" anchor="ctr"/>
          <a:lstStyle>
            <a:lvl1pPr marL="171450" indent="-171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bar]</a:t>
            </a:r>
          </a:p>
        </p:txBody>
      </p:sp>
      <p:sp>
        <p:nvSpPr>
          <p:cNvPr id="25" name="Text 2"/>
          <p:cNvSpPr>
            <a:spLocks noGrp="1"/>
          </p:cNvSpPr>
          <p:nvPr>
            <p:ph type="body" sz="quarter" idx="19" hasCustomPrompt="1"/>
          </p:nvPr>
        </p:nvSpPr>
        <p:spPr>
          <a:xfrm>
            <a:off x="2279650" y="2888302"/>
            <a:ext cx="9527722" cy="987552"/>
          </a:xfrm>
        </p:spPr>
        <p:txBody>
          <a:bodyPr lIns="137160" tIns="91440" rIns="137160" bIns="91440"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Level 1 text is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Hea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95300" y="2887905"/>
            <a:ext cx="1700784" cy="987552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 marL="171450" indent="-171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bar]</a:t>
            </a:r>
          </a:p>
        </p:txBody>
      </p:sp>
      <p:sp>
        <p:nvSpPr>
          <p:cNvPr id="9" name="Text 1"/>
          <p:cNvSpPr>
            <a:spLocks noGrp="1"/>
          </p:cNvSpPr>
          <p:nvPr>
            <p:ph type="body" sz="quarter" idx="18" hasCustomPrompt="1"/>
          </p:nvPr>
        </p:nvSpPr>
        <p:spPr>
          <a:xfrm>
            <a:off x="2279650" y="1861456"/>
            <a:ext cx="9527722" cy="987552"/>
          </a:xfrm>
        </p:spPr>
        <p:txBody>
          <a:bodyPr lIns="137160" tIns="91440" rIns="137160" bIns="91440"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Level 1 text is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861456"/>
            <a:ext cx="1700784" cy="987552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marL="171450" indent="-171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bar]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4 row icon | Type insightful headline in sentence case | 1 line</a:t>
            </a:r>
          </a:p>
        </p:txBody>
      </p:sp>
      <p:sp>
        <p:nvSpPr>
          <p:cNvPr id="16" name="Rectangle 15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7" name="Rectangle 16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8" name="Rectangle 1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9" name="Rectangle 18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FB4DE137-510F-4D07-AE4B-9AC472EB83A5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3401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Row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5"/>
          <p:cNvSpPr>
            <a:spLocks noGrp="1"/>
          </p:cNvSpPr>
          <p:nvPr>
            <p:ph type="body" sz="quarter" idx="24" hasCustomPrompt="1"/>
          </p:nvPr>
        </p:nvSpPr>
        <p:spPr>
          <a:xfrm>
            <a:off x="1632857" y="5133905"/>
            <a:ext cx="10178143" cy="768096"/>
          </a:xfrm>
        </p:spPr>
        <p:txBody>
          <a:bodyPr lIns="137160" tIns="91440" rIns="137160" bIns="91440"/>
          <a:lstStyle>
            <a:lvl1pPr>
              <a:defRPr sz="1600"/>
            </a:lvl1pPr>
            <a:lvl2pPr>
              <a:defRPr sz="1400"/>
            </a:lvl2pPr>
          </a:lstStyle>
          <a:p>
            <a:pPr lvl="0"/>
            <a:r>
              <a:rPr lang="en-US" dirty="0"/>
              <a:t>Level 1 text is 16 </a:t>
            </a:r>
            <a:r>
              <a:rPr lang="en-US" dirty="0" err="1"/>
              <a:t>pt</a:t>
            </a:r>
            <a:r>
              <a:rPr lang="en-US" dirty="0"/>
              <a:t>, hit return then Tab to get to level 2 – 14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Hea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495300" y="5143150"/>
            <a:ext cx="1050471" cy="768096"/>
          </a:xfrm>
          <a:solidFill>
            <a:srgbClr val="A22B38"/>
          </a:solidFill>
        </p:spPr>
        <p:txBody>
          <a:bodyPr lIns="137160" tIns="45720" rIns="137160" bIns="4572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9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[Delete this text  and place icon here]</a:t>
            </a:r>
          </a:p>
        </p:txBody>
      </p:sp>
      <p:sp>
        <p:nvSpPr>
          <p:cNvPr id="14" name="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1629229" y="4315792"/>
            <a:ext cx="10178143" cy="768096"/>
          </a:xfrm>
        </p:spPr>
        <p:txBody>
          <a:bodyPr lIns="137160" tIns="91440" rIns="137160" bIns="91440"/>
          <a:lstStyle>
            <a:lvl1pPr>
              <a:defRPr sz="1600"/>
            </a:lvl1pPr>
            <a:lvl2pPr>
              <a:defRPr sz="1400"/>
            </a:lvl2pPr>
          </a:lstStyle>
          <a:p>
            <a:pPr lvl="0"/>
            <a:r>
              <a:rPr lang="en-US" dirty="0"/>
              <a:t>Level 1 text is 16 </a:t>
            </a:r>
            <a:r>
              <a:rPr lang="en-US" dirty="0" err="1"/>
              <a:t>pt</a:t>
            </a:r>
            <a:r>
              <a:rPr lang="en-US" dirty="0"/>
              <a:t>, hit return then Tab to get to level 2 – 14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Hea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495300" y="4322728"/>
            <a:ext cx="1050471" cy="768096"/>
          </a:xfrm>
          <a:solidFill>
            <a:schemeClr val="accent1"/>
          </a:solidFill>
        </p:spPr>
        <p:txBody>
          <a:bodyPr lIns="137160" tIns="45720" rIns="137160" bIns="4572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9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[Delete this text  and place icon here]</a:t>
            </a:r>
          </a:p>
        </p:txBody>
      </p:sp>
      <p:sp>
        <p:nvSpPr>
          <p:cNvPr id="26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1632857" y="3497680"/>
            <a:ext cx="10178143" cy="768096"/>
          </a:xfrm>
        </p:spPr>
        <p:txBody>
          <a:bodyPr lIns="137160" tIns="91440" rIns="137160" bIns="91440"/>
          <a:lstStyle>
            <a:lvl1pPr>
              <a:defRPr sz="1600"/>
            </a:lvl1pPr>
            <a:lvl2pPr>
              <a:defRPr sz="1400"/>
            </a:lvl2pPr>
          </a:lstStyle>
          <a:p>
            <a:pPr lvl="0"/>
            <a:r>
              <a:rPr lang="en-US" dirty="0"/>
              <a:t>Level 1 text is 16 </a:t>
            </a:r>
            <a:r>
              <a:rPr lang="en-US" dirty="0" err="1"/>
              <a:t>pt</a:t>
            </a:r>
            <a:r>
              <a:rPr lang="en-US" dirty="0"/>
              <a:t>, hit return then Tab to get to level 2 – 14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Hea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495300" y="3502304"/>
            <a:ext cx="1050471" cy="768096"/>
          </a:xfrm>
          <a:solidFill>
            <a:schemeClr val="accent4"/>
          </a:solidFill>
        </p:spPr>
        <p:txBody>
          <a:bodyPr lIns="137160" tIns="45720" rIns="137160" bIns="4572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9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[Delete this text  and place icon here]</a:t>
            </a:r>
          </a:p>
        </p:txBody>
      </p:sp>
      <p:sp>
        <p:nvSpPr>
          <p:cNvPr id="25" name="Text 2"/>
          <p:cNvSpPr>
            <a:spLocks noGrp="1"/>
          </p:cNvSpPr>
          <p:nvPr>
            <p:ph type="body" sz="quarter" idx="19" hasCustomPrompt="1"/>
          </p:nvPr>
        </p:nvSpPr>
        <p:spPr>
          <a:xfrm>
            <a:off x="1632857" y="2679568"/>
            <a:ext cx="10178143" cy="768096"/>
          </a:xfrm>
        </p:spPr>
        <p:txBody>
          <a:bodyPr lIns="137160" tIns="91440" rIns="137160" bIns="91440"/>
          <a:lstStyle>
            <a:lvl1pPr>
              <a:defRPr sz="1600"/>
            </a:lvl1pPr>
            <a:lvl2pPr>
              <a:defRPr sz="1400"/>
            </a:lvl2pPr>
          </a:lstStyle>
          <a:p>
            <a:pPr lvl="0"/>
            <a:r>
              <a:rPr lang="en-US" dirty="0"/>
              <a:t>Level 1 text is 16 </a:t>
            </a:r>
            <a:r>
              <a:rPr lang="en-US" dirty="0" err="1"/>
              <a:t>pt</a:t>
            </a:r>
            <a:r>
              <a:rPr lang="en-US" dirty="0"/>
              <a:t>, hit return then Tab to get to level 2 – 14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Hea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95300" y="2681880"/>
            <a:ext cx="1050471" cy="768096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9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[Delete this text  and place icon here]</a:t>
            </a:r>
          </a:p>
        </p:txBody>
      </p:sp>
      <p:sp>
        <p:nvSpPr>
          <p:cNvPr id="9" name="Text 1"/>
          <p:cNvSpPr>
            <a:spLocks noGrp="1"/>
          </p:cNvSpPr>
          <p:nvPr>
            <p:ph type="body" sz="quarter" idx="18" hasCustomPrompt="1"/>
          </p:nvPr>
        </p:nvSpPr>
        <p:spPr>
          <a:xfrm>
            <a:off x="1629229" y="1861456"/>
            <a:ext cx="10178143" cy="768096"/>
          </a:xfrm>
        </p:spPr>
        <p:txBody>
          <a:bodyPr lIns="137160" tIns="91440" rIns="137160" bIns="91440"/>
          <a:lstStyle>
            <a:lvl1pPr>
              <a:defRPr sz="1600"/>
            </a:lvl1pPr>
            <a:lvl2pPr>
              <a:defRPr sz="1400"/>
            </a:lvl2pPr>
          </a:lstStyle>
          <a:p>
            <a:pPr lvl="0"/>
            <a:r>
              <a:rPr lang="en-US" dirty="0"/>
              <a:t>Level 1 text is 16 pt, hit return then Tab to get to level 2 – 14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861456"/>
            <a:ext cx="1050471" cy="768096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9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[Delete this text  and place icon here]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5 row icon | Type insightful headline in sentence case | 1 line</a:t>
            </a:r>
          </a:p>
        </p:txBody>
      </p:sp>
      <p:sp>
        <p:nvSpPr>
          <p:cNvPr id="18" name="Rectangle 17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9" name="Rectangle 18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0" name="Rectangle 19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1" name="Rectangle 20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9DF5F5DC-57E1-49EA-8A50-93674A218190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6464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ow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mage Placeholder">
            <a:extLst>
              <a:ext uri="{FF2B5EF4-FFF2-40B4-BE49-F238E27FC236}">
                <a16:creationId xmlns:a16="http://schemas.microsoft.com/office/drawing/2014/main" id="{197EC4EA-E5E8-44D0-9F07-91A93F17A78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12113" y="1862138"/>
            <a:ext cx="3795712" cy="4041775"/>
          </a:xfrm>
          <a:blipFill>
            <a:blip r:embed="rId6"/>
            <a:stretch>
              <a:fillRect l="-425" t="-6228" r="636" b="-1156"/>
            </a:stretch>
          </a:blipFill>
        </p:spPr>
        <p:txBody>
          <a:bodyPr tIns="457200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Text 1"/>
          <p:cNvSpPr>
            <a:spLocks noGrp="1"/>
          </p:cNvSpPr>
          <p:nvPr>
            <p:ph type="body" sz="quarter" idx="18" hasCustomPrompt="1"/>
          </p:nvPr>
        </p:nvSpPr>
        <p:spPr>
          <a:xfrm>
            <a:off x="495299" y="1861456"/>
            <a:ext cx="7429501" cy="1280160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5" name="Text 2"/>
          <p:cNvSpPr>
            <a:spLocks noGrp="1"/>
          </p:cNvSpPr>
          <p:nvPr>
            <p:ph type="body" sz="quarter" idx="19" hasCustomPrompt="1"/>
          </p:nvPr>
        </p:nvSpPr>
        <p:spPr>
          <a:xfrm>
            <a:off x="495299" y="3242808"/>
            <a:ext cx="7429501" cy="1280160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6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495299" y="4624161"/>
            <a:ext cx="7429501" cy="1280160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 row w/photo | Type insightful headline in sentence case | 1 line</a:t>
            </a:r>
          </a:p>
        </p:txBody>
      </p:sp>
      <p:sp>
        <p:nvSpPr>
          <p:cNvPr id="12" name="Rectangle 11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3" name="Rectangle 12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4" name="Rectangle 13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5" name="Rectangle 14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B96A86B-44F5-40DB-940F-4019FB593A20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3532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ow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 Placeholder">
            <a:extLst>
              <a:ext uri="{FF2B5EF4-FFF2-40B4-BE49-F238E27FC236}">
                <a16:creationId xmlns:a16="http://schemas.microsoft.com/office/drawing/2014/main" id="{9FCAFCC1-B988-40D7-A97B-9C6A91DB0F1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12113" y="1862138"/>
            <a:ext cx="3795712" cy="4041775"/>
          </a:xfrm>
          <a:blipFill>
            <a:blip r:embed="rId6"/>
            <a:stretch>
              <a:fillRect l="-425" t="-6228" r="636" b="-1156"/>
            </a:stretch>
          </a:blipFill>
        </p:spPr>
        <p:txBody>
          <a:bodyPr tIns="457200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495300" y="4945380"/>
            <a:ext cx="7429500" cy="960120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6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495300" y="3917405"/>
            <a:ext cx="7429500" cy="960120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5" name="Text 2"/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889431"/>
            <a:ext cx="7429500" cy="960120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1"/>
          <p:cNvSpPr>
            <a:spLocks noGrp="1"/>
          </p:cNvSpPr>
          <p:nvPr>
            <p:ph type="body" sz="quarter" idx="18" hasCustomPrompt="1"/>
          </p:nvPr>
        </p:nvSpPr>
        <p:spPr>
          <a:xfrm>
            <a:off x="495300" y="1861457"/>
            <a:ext cx="7429500" cy="960120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4 row w/photo | Type insightful headline in sentence case | 1 line</a:t>
            </a:r>
          </a:p>
        </p:txBody>
      </p:sp>
      <p:sp>
        <p:nvSpPr>
          <p:cNvPr id="14" name="Rectangle 13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5" name="Rectangle 14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6" name="Rectangle 15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7" name="Rectangle 16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E08BB7-C433-4BBD-A3AE-A157C63A63E7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5897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Row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Placeholder">
            <a:extLst>
              <a:ext uri="{FF2B5EF4-FFF2-40B4-BE49-F238E27FC236}">
                <a16:creationId xmlns:a16="http://schemas.microsoft.com/office/drawing/2014/main" id="{C54D5A4F-E02F-439F-9BD1-83F4D6C5E4B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12113" y="1862138"/>
            <a:ext cx="3795712" cy="4041775"/>
          </a:xfrm>
          <a:blipFill>
            <a:blip r:embed="rId6"/>
            <a:stretch>
              <a:fillRect l="-425" t="-6228" r="636" b="-1156"/>
            </a:stretch>
          </a:blipFill>
        </p:spPr>
        <p:txBody>
          <a:bodyPr tIns="457200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Text 5"/>
          <p:cNvSpPr>
            <a:spLocks noGrp="1"/>
          </p:cNvSpPr>
          <p:nvPr>
            <p:ph type="body" sz="quarter" idx="23" hasCustomPrompt="1"/>
          </p:nvPr>
        </p:nvSpPr>
        <p:spPr>
          <a:xfrm>
            <a:off x="495300" y="5200467"/>
            <a:ext cx="7429500" cy="732245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14 </a:t>
            </a:r>
            <a:r>
              <a:rPr lang="en-US" dirty="0" err="1"/>
              <a:t>pt</a:t>
            </a:r>
            <a:r>
              <a:rPr lang="en-US" dirty="0"/>
              <a:t>, hit return then Tab to get to level 2 – 12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495300" y="4365713"/>
            <a:ext cx="7429500" cy="732245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14 </a:t>
            </a:r>
            <a:r>
              <a:rPr lang="en-US" dirty="0" err="1"/>
              <a:t>pt</a:t>
            </a:r>
            <a:r>
              <a:rPr lang="en-US" dirty="0"/>
              <a:t>, hit return then Tab to get to level 2 – 12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6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495300" y="3530961"/>
            <a:ext cx="7429500" cy="732245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14 </a:t>
            </a:r>
            <a:r>
              <a:rPr lang="en-US" dirty="0" err="1"/>
              <a:t>pt</a:t>
            </a:r>
            <a:r>
              <a:rPr lang="en-US" dirty="0"/>
              <a:t>, hit return then Tab to get to level 2 – 12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5" name="Text 2"/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696209"/>
            <a:ext cx="7429500" cy="732245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14 </a:t>
            </a:r>
            <a:r>
              <a:rPr lang="en-US" dirty="0" err="1"/>
              <a:t>pt</a:t>
            </a:r>
            <a:r>
              <a:rPr lang="en-US" dirty="0"/>
              <a:t>, hit return then Tab to get to level 2 – 12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1"/>
          <p:cNvSpPr>
            <a:spLocks noGrp="1"/>
          </p:cNvSpPr>
          <p:nvPr>
            <p:ph type="body" sz="quarter" idx="18" hasCustomPrompt="1"/>
          </p:nvPr>
        </p:nvSpPr>
        <p:spPr>
          <a:xfrm>
            <a:off x="495300" y="1861457"/>
            <a:ext cx="7429500" cy="732245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14 pt, hit return then Tab to get to level 2 – 12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5 row w/photo | Type insightful headline in sentence case | 1 line</a:t>
            </a:r>
          </a:p>
        </p:txBody>
      </p:sp>
      <p:sp>
        <p:nvSpPr>
          <p:cNvPr id="14" name="Rectangle 13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6" name="Rectangle 15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7" name="Rectangle 16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8" name="Rectangle 17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10BF9-5C82-48A8-8BC6-FEBEA76D4129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8817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/>
          <p:cNvSpPr/>
          <p:nvPr userDrawn="1">
            <p:custDataLst>
              <p:tags r:id="rId1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0" name="Rectangle 9" hidden="1"/>
          <p:cNvSpPr/>
          <p:nvPr userDrawn="1">
            <p:custDataLst>
              <p:tags r:id="rId2"/>
            </p:custDataLst>
          </p:nvPr>
        </p:nvSpPr>
        <p:spPr>
          <a:xfrm>
            <a:off x="457200" y="301336"/>
            <a:ext cx="11353800" cy="5691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MIO_LOGOPLACEHOLDER#LowerLeftSmallWide" hidden="1">
            <a:extLst>
              <a:ext uri="{FF2B5EF4-FFF2-40B4-BE49-F238E27FC236}">
                <a16:creationId xmlns:a16="http://schemas.microsoft.com/office/drawing/2014/main" id="{F1CCE3E9-DCB6-4940-A85B-0B453D43F2D3}"/>
              </a:ext>
            </a:extLst>
          </p:cNvPr>
          <p:cNvSpPr/>
          <p:nvPr userDrawn="1"/>
        </p:nvSpPr>
        <p:spPr>
          <a:xfrm>
            <a:off x="394913" y="6174567"/>
            <a:ext cx="1993392" cy="43891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i="0" u="none" baseline="0" dirty="0">
              <a:solidFill>
                <a:srgbClr val="55565A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Optum#LowerLeftSmallWide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2" y="6171438"/>
            <a:ext cx="1455386" cy="43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A2B5A-94AB-40DF-B369-3A482FECDAA3}" type="datetime1">
              <a:rPr lang="en-US" smtClean="0"/>
              <a:t>3/22/2022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8186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le or Section Heade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514349" y="1828800"/>
            <a:ext cx="7178221" cy="21288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Section title in sentence case 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" hasCustomPrompt="1"/>
          </p:nvPr>
        </p:nvSpPr>
        <p:spPr bwMode="gray">
          <a:xfrm>
            <a:off x="514349" y="4122057"/>
            <a:ext cx="7178221" cy="1783443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if needed or speaker name </a:t>
            </a:r>
          </a:p>
        </p:txBody>
      </p:sp>
      <p:sp>
        <p:nvSpPr>
          <p:cNvPr id="17" name="MIO_LOGOPLACEHOLDER#LowerLeftMediumWide" hidden="1"/>
          <p:cNvSpPr/>
          <p:nvPr userDrawn="1"/>
        </p:nvSpPr>
        <p:spPr>
          <a:xfrm>
            <a:off x="392112" y="6174567"/>
            <a:ext cx="1890821" cy="43578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8" name="Rectangle 7" hidden="1"/>
          <p:cNvSpPr/>
          <p:nvPr userDrawn="1">
            <p:custDataLst>
              <p:tags r:id="rId1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9" name="Rectangle 8" hidden="1"/>
          <p:cNvSpPr/>
          <p:nvPr userDrawn="1">
            <p:custDataLst>
              <p:tags r:id="rId2"/>
            </p:custDataLst>
          </p:nvPr>
        </p:nvSpPr>
        <p:spPr>
          <a:xfrm>
            <a:off x="457200" y="301336"/>
            <a:ext cx="11353800" cy="5691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3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6021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le or Section Hea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514349" y="1828800"/>
            <a:ext cx="7178221" cy="21288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Section title in sentence case 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" hasCustomPrompt="1"/>
          </p:nvPr>
        </p:nvSpPr>
        <p:spPr bwMode="gray">
          <a:xfrm>
            <a:off x="514349" y="4122057"/>
            <a:ext cx="7178221" cy="1783443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if needed or speaker name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5DB066-2C57-4BDC-B3C4-D5AA4E54C31C}"/>
              </a:ext>
            </a:extLst>
          </p:cNvPr>
          <p:cNvSpPr/>
          <p:nvPr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9A3B4-1B40-4F34-AA17-D0A2CDDEFB09}"/>
              </a:ext>
            </a:extLst>
          </p:cNvPr>
          <p:cNvSpPr/>
          <p:nvPr userDrawn="1"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19" name="MIO_LOGOPLACEHOLDER#LowerLeftMediumWide" hidden="1"/>
          <p:cNvSpPr/>
          <p:nvPr userDrawn="1"/>
        </p:nvSpPr>
        <p:spPr>
          <a:xfrm>
            <a:off x="392112" y="6174567"/>
            <a:ext cx="1890821" cy="43578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8" name="Rectangle 7" hidden="1"/>
          <p:cNvSpPr/>
          <p:nvPr userDrawn="1">
            <p:custDataLst>
              <p:tags r:id="rId1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0" name="Rectangle 9" hidden="1"/>
          <p:cNvSpPr/>
          <p:nvPr userDrawn="1">
            <p:custDataLst>
              <p:tags r:id="rId2"/>
            </p:custDataLst>
          </p:nvPr>
        </p:nvSpPr>
        <p:spPr>
          <a:xfrm>
            <a:off x="457200" y="301336"/>
            <a:ext cx="11353800" cy="5691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5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0299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le or Section Header - D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514349" y="1828800"/>
            <a:ext cx="7178221" cy="21288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Section title in sentence case 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" hasCustomPrompt="1"/>
          </p:nvPr>
        </p:nvSpPr>
        <p:spPr bwMode="gray">
          <a:xfrm>
            <a:off x="514349" y="4122057"/>
            <a:ext cx="7178221" cy="1783443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if needed or speaker name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B94BD7-F6CB-4633-B827-DCC8BE5FE864}"/>
              </a:ext>
            </a:extLst>
          </p:cNvPr>
          <p:cNvSpPr/>
          <p:nvPr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0C7A8F-AE53-4820-A109-E17355C4C028}"/>
              </a:ext>
            </a:extLst>
          </p:cNvPr>
          <p:cNvSpPr/>
          <p:nvPr userDrawn="1"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19" name="MIO_LOGOPLACEHOLDER#LowerLeftMediumWide" hidden="1"/>
          <p:cNvSpPr/>
          <p:nvPr userDrawn="1"/>
        </p:nvSpPr>
        <p:spPr>
          <a:xfrm>
            <a:off x="392112" y="6174567"/>
            <a:ext cx="1890821" cy="43578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8" name="Rectangle 7" hidden="1"/>
          <p:cNvSpPr/>
          <p:nvPr userDrawn="1">
            <p:custDataLst>
              <p:tags r:id="rId1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0" name="Rectangle 9" hidden="1"/>
          <p:cNvSpPr/>
          <p:nvPr userDrawn="1">
            <p:custDataLst>
              <p:tags r:id="rId2"/>
            </p:custDataLst>
          </p:nvPr>
        </p:nvSpPr>
        <p:spPr>
          <a:xfrm>
            <a:off x="457200" y="301336"/>
            <a:ext cx="11353800" cy="5691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5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9397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le or Section Header - Med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514349" y="1828800"/>
            <a:ext cx="7178221" cy="21288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Section title in sentence case 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" hasCustomPrompt="1"/>
          </p:nvPr>
        </p:nvSpPr>
        <p:spPr bwMode="gray">
          <a:xfrm>
            <a:off x="514349" y="4122057"/>
            <a:ext cx="7178221" cy="1783443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if needed or speaker name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B694CC-B592-44F3-8181-C62CCD2755B7}"/>
              </a:ext>
            </a:extLst>
          </p:cNvPr>
          <p:cNvSpPr/>
          <p:nvPr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BC29CE-FDE1-4EE7-87CF-02422434B872}"/>
              </a:ext>
            </a:extLst>
          </p:cNvPr>
          <p:cNvSpPr/>
          <p:nvPr userDrawn="1"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19" name="MIO_LOGOPLACEHOLDER#LowerLeftMediumWide" hidden="1"/>
          <p:cNvSpPr/>
          <p:nvPr userDrawn="1"/>
        </p:nvSpPr>
        <p:spPr>
          <a:xfrm>
            <a:off x="392112" y="6174567"/>
            <a:ext cx="1890821" cy="43578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8" name="Rectangle 7" hidden="1"/>
          <p:cNvSpPr/>
          <p:nvPr userDrawn="1">
            <p:custDataLst>
              <p:tags r:id="rId1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0" name="Rectangle 9" hidden="1"/>
          <p:cNvSpPr/>
          <p:nvPr userDrawn="1">
            <p:custDataLst>
              <p:tags r:id="rId2"/>
            </p:custDataLst>
          </p:nvPr>
        </p:nvSpPr>
        <p:spPr>
          <a:xfrm>
            <a:off x="457200" y="301336"/>
            <a:ext cx="11353800" cy="5691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5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9712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Customiz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514349" y="1104900"/>
            <a:ext cx="5378451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Section title in sentence case 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" hasCustomPrompt="1"/>
          </p:nvPr>
        </p:nvSpPr>
        <p:spPr bwMode="gray">
          <a:xfrm>
            <a:off x="514349" y="4122057"/>
            <a:ext cx="5378451" cy="1783443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if needed or speaker name </a:t>
            </a:r>
          </a:p>
        </p:txBody>
      </p:sp>
      <p:sp>
        <p:nvSpPr>
          <p:cNvPr id="5" name="Imag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134100" y="0"/>
            <a:ext cx="6057900" cy="6858000"/>
          </a:xfrm>
          <a:blipFill>
            <a:blip r:embed="rId5"/>
            <a:stretch>
              <a:fillRect/>
            </a:stretch>
          </a:blipFill>
        </p:spPr>
        <p:txBody>
          <a:bodyPr lIns="914400" rIns="914400" anchor="ctr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6" name="MIO_LOGOPLACEHOLDER#LowerLeftMediumWide" hidden="1"/>
          <p:cNvSpPr/>
          <p:nvPr userDrawn="1"/>
        </p:nvSpPr>
        <p:spPr>
          <a:xfrm>
            <a:off x="392112" y="6174567"/>
            <a:ext cx="1890821" cy="43578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7" name="Rectangle 6" hidden="1"/>
          <p:cNvSpPr/>
          <p:nvPr userDrawn="1">
            <p:custDataLst>
              <p:tags r:id="rId1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8" name="Rectangle 7" hidden="1"/>
          <p:cNvSpPr/>
          <p:nvPr userDrawn="1">
            <p:custDataLst>
              <p:tags r:id="rId2"/>
            </p:custDataLst>
          </p:nvPr>
        </p:nvSpPr>
        <p:spPr>
          <a:xfrm>
            <a:off x="457200" y="301336"/>
            <a:ext cx="5421086" cy="5691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4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6342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 hidden="1"/>
          <p:cNvSpPr/>
          <p:nvPr userDrawn="1">
            <p:custDataLst>
              <p:tags r:id="rId1"/>
            </p:custDataLst>
          </p:nvPr>
        </p:nvSpPr>
        <p:spPr>
          <a:xfrm>
            <a:off x="11185357" y="6392987"/>
            <a:ext cx="692317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MIO_LOGOPLACEHOLDER#CenterBigWide" hidden="1"/>
          <p:cNvSpPr/>
          <p:nvPr userDrawn="1"/>
        </p:nvSpPr>
        <p:spPr>
          <a:xfrm>
            <a:off x="3385009" y="2060721"/>
            <a:ext cx="994399" cy="166969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457200" y="301336"/>
            <a:ext cx="11353800" cy="5691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7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009" y="2122275"/>
            <a:ext cx="5332412" cy="1608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6382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/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ame"/>
          <p:cNvSpPr>
            <a:spLocks noGrp="1"/>
          </p:cNvSpPr>
          <p:nvPr>
            <p:ph type="title" hasCustomPrompt="1"/>
          </p:nvPr>
        </p:nvSpPr>
        <p:spPr bwMode="gray">
          <a:xfrm>
            <a:off x="514349" y="3904343"/>
            <a:ext cx="7178221" cy="482887"/>
          </a:xfrm>
        </p:spPr>
        <p:txBody>
          <a:bodyPr anchor="b"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First Name Last Name</a:t>
            </a:r>
          </a:p>
        </p:txBody>
      </p:sp>
      <p:sp>
        <p:nvSpPr>
          <p:cNvPr id="3" name="Speaker title"/>
          <p:cNvSpPr>
            <a:spLocks noGrp="1"/>
          </p:cNvSpPr>
          <p:nvPr>
            <p:ph type="body" idx="1" hasCustomPrompt="1"/>
          </p:nvPr>
        </p:nvSpPr>
        <p:spPr bwMode="gray">
          <a:xfrm>
            <a:off x="514349" y="4403068"/>
            <a:ext cx="7178221" cy="484632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hone/email"/>
          <p:cNvSpPr>
            <a:spLocks noGrp="1"/>
          </p:cNvSpPr>
          <p:nvPr>
            <p:ph type="body" idx="10" hasCustomPrompt="1"/>
          </p:nvPr>
        </p:nvSpPr>
        <p:spPr bwMode="gray">
          <a:xfrm>
            <a:off x="514348" y="5003288"/>
            <a:ext cx="7178221" cy="484632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Tel: 123-456-7890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F35A84-66E1-4F72-848D-DB6EF4825F09}"/>
              </a:ext>
            </a:extLst>
          </p:cNvPr>
          <p:cNvSpPr/>
          <p:nvPr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AAB011-BE67-4CF8-9EF1-35D61D12B95A}"/>
              </a:ext>
            </a:extLst>
          </p:cNvPr>
          <p:cNvSpPr/>
          <p:nvPr userDrawn="1"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35" name="MIO_LOGOPLACEHOLDER#LowerLeftMediumWide" hidden="1"/>
          <p:cNvSpPr/>
          <p:nvPr userDrawn="1"/>
        </p:nvSpPr>
        <p:spPr>
          <a:xfrm>
            <a:off x="392112" y="6174567"/>
            <a:ext cx="1890821" cy="43578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27" name="Thank you or main 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14348" y="638629"/>
            <a:ext cx="7178040" cy="2559019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closing language</a:t>
            </a:r>
          </a:p>
        </p:txBody>
      </p:sp>
      <p:sp>
        <p:nvSpPr>
          <p:cNvPr id="26" name="Rectangle 25" hidden="1"/>
          <p:cNvSpPr/>
          <p:nvPr userDrawn="1">
            <p:custDataLst>
              <p:tags r:id="rId1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28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14348" y="3177964"/>
            <a:ext cx="7178040" cy="464911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subhead if needed</a:t>
            </a:r>
          </a:p>
        </p:txBody>
      </p:sp>
      <p:pic>
        <p:nvPicPr>
          <p:cNvPr id="15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89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 bwMode="gray">
          <a:xfrm>
            <a:off x="495300" y="0"/>
            <a:ext cx="11315700" cy="107405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 bwMode="gray">
          <a:xfrm>
            <a:off x="495300" y="1825625"/>
            <a:ext cx="11315700" cy="40744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419100" y="7039123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4"/>
                </a:solidFill>
              </a:defRPr>
            </a:lvl1pPr>
          </a:lstStyle>
          <a:p>
            <a:fld id="{1C0BFA25-181E-4463-ABC4-6F794643840D}" type="datetime1">
              <a:rPr lang="en-US" smtClean="0"/>
              <a:t>3/22/2022</a:t>
            </a:fld>
            <a:endParaRPr lang="en-US" dirty="0"/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 bwMode="gray">
          <a:xfrm>
            <a:off x="457200" y="1100666"/>
            <a:ext cx="113538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cxnSpLocks/>
          </p:cNvCxnSpPr>
          <p:nvPr/>
        </p:nvCxnSpPr>
        <p:spPr bwMode="gray">
          <a:xfrm>
            <a:off x="457200" y="1100666"/>
            <a:ext cx="113538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 bwMode="gray">
          <a:xfrm>
            <a:off x="457200" y="1100666"/>
            <a:ext cx="113538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B2CE75-020D-45A1-B141-8BC43E0F6356}"/>
              </a:ext>
            </a:extLst>
          </p:cNvPr>
          <p:cNvCxnSpPr>
            <a:cxnSpLocks/>
          </p:cNvCxnSpPr>
          <p:nvPr/>
        </p:nvCxnSpPr>
        <p:spPr bwMode="gray">
          <a:xfrm>
            <a:off x="457200" y="1100666"/>
            <a:ext cx="113538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E70631-2200-435E-8B78-C15380687CB2}"/>
              </a:ext>
            </a:extLst>
          </p:cNvPr>
          <p:cNvCxnSpPr>
            <a:cxnSpLocks/>
          </p:cNvCxnSpPr>
          <p:nvPr/>
        </p:nvCxnSpPr>
        <p:spPr bwMode="gray">
          <a:xfrm>
            <a:off x="457200" y="1100666"/>
            <a:ext cx="113538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B69FDF-A621-430B-ADCC-6492A766DF3E}"/>
              </a:ext>
            </a:extLst>
          </p:cNvPr>
          <p:cNvCxnSpPr>
            <a:cxnSpLocks/>
          </p:cNvCxnSpPr>
          <p:nvPr/>
        </p:nvCxnSpPr>
        <p:spPr bwMode="gray">
          <a:xfrm>
            <a:off x="457200" y="1100666"/>
            <a:ext cx="113538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IO_LOGOPLACEHOLDER#LowerLeftSmallWide" hidden="1"/>
          <p:cNvSpPr/>
          <p:nvPr/>
        </p:nvSpPr>
        <p:spPr>
          <a:xfrm>
            <a:off x="392112" y="6174567"/>
            <a:ext cx="1890821" cy="4357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8" name="empower - DO NOT DELETE!!!" hidden="1"/>
          <p:cNvSpPr/>
          <p:nvPr>
            <p:custDataLst>
              <p:tags r:id="rId42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8C8B57B-BCDA-4101-B4DD-87F49D6D3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65408" y="6448111"/>
            <a:ext cx="539496" cy="23083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4"/>
                </a:solidFill>
              </a:defRPr>
            </a:lvl1pPr>
          </a:lstStyle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extBox 5" hidden="1"/>
          <p:cNvSpPr txBox="1"/>
          <p:nvPr>
            <p:custDataLst>
              <p:tags r:id="rId43"/>
            </p:custDataLst>
          </p:nvPr>
        </p:nvSpPr>
        <p:spPr>
          <a:xfrm rot="20625550">
            <a:off x="1934612" y="2925786"/>
            <a:ext cx="8322776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0000"/>
              </a:lnSpc>
              <a:spcAft>
                <a:spcPts val="400"/>
              </a:spcAft>
            </a:pPr>
            <a:endParaRPr lang="en-US" sz="66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7" name="Optum#LowerLeftSmallWide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44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2" y="6171438"/>
            <a:ext cx="1455386" cy="43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1" y="6414340"/>
            <a:ext cx="8178408" cy="31324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>
                <a:solidFill>
                  <a:schemeClr val="accent4"/>
                </a:solidFill>
              </a:defRPr>
            </a:lvl1pPr>
          </a:lstStyle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</p:spTree>
    <p:extLst>
      <p:ext uri="{BB962C8B-B14F-4D97-AF65-F5344CB8AC3E}">
        <p14:creationId xmlns:p14="http://schemas.microsoft.com/office/powerpoint/2010/main" val="3129217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  <p:sldLayoutId id="2147483980" r:id="rId17"/>
    <p:sldLayoutId id="2147483981" r:id="rId18"/>
    <p:sldLayoutId id="2147483982" r:id="rId19"/>
    <p:sldLayoutId id="2147483983" r:id="rId20"/>
    <p:sldLayoutId id="2147483984" r:id="rId21"/>
    <p:sldLayoutId id="2147483985" r:id="rId22"/>
    <p:sldLayoutId id="2147483986" r:id="rId23"/>
    <p:sldLayoutId id="2147483987" r:id="rId24"/>
    <p:sldLayoutId id="2147483988" r:id="rId25"/>
    <p:sldLayoutId id="2147483989" r:id="rId26"/>
    <p:sldLayoutId id="2147483990" r:id="rId27"/>
    <p:sldLayoutId id="2147483991" r:id="rId28"/>
    <p:sldLayoutId id="2147483992" r:id="rId29"/>
    <p:sldLayoutId id="2147483993" r:id="rId30"/>
    <p:sldLayoutId id="2147483994" r:id="rId31"/>
    <p:sldLayoutId id="2147483995" r:id="rId32"/>
    <p:sldLayoutId id="2147483996" r:id="rId33"/>
    <p:sldLayoutId id="2147483997" r:id="rId34"/>
    <p:sldLayoutId id="2147483998" r:id="rId35"/>
    <p:sldLayoutId id="2147483999" r:id="rId36"/>
    <p:sldLayoutId id="2147484000" r:id="rId37"/>
    <p:sldLayoutId id="2147484001" r:id="rId38"/>
    <p:sldLayoutId id="2147484002" r:id="rId39"/>
    <p:sldLayoutId id="2147484003" r:id="rId4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55565A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800"/>
        </a:spcBef>
        <a:spcAft>
          <a:spcPts val="600"/>
        </a:spcAft>
        <a:buFont typeface="Arial" panose="020B0604020202020204" pitchFamily="34" charset="0"/>
        <a:buChar char="​"/>
        <a:defRPr sz="22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30188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​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458788" indent="-230188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2286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400" indent="-2286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00" indent="-2286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indent="-2286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2" pos="3816" userDrawn="1">
          <p15:clr>
            <a:srgbClr val="FDE53C"/>
          </p15:clr>
        </p15:guide>
        <p15:guide id="73" orient="horz" pos="3720" userDrawn="1">
          <p15:clr>
            <a:srgbClr val="F26B43"/>
          </p15:clr>
        </p15:guide>
        <p15:guide id="74" userDrawn="1">
          <p15:clr>
            <a:srgbClr val="F26B43"/>
          </p15:clr>
        </p15:guide>
        <p15:guide id="75" pos="7440" userDrawn="1">
          <p15:clr>
            <a:srgbClr val="F26B43"/>
          </p15:clr>
        </p15:guide>
        <p15:guide id="76" pos="264" userDrawn="1">
          <p15:clr>
            <a:srgbClr val="F26B43"/>
          </p15:clr>
        </p15:guide>
        <p15:guide id="77" orient="horz" pos="4080" userDrawn="1">
          <p15:clr>
            <a:srgbClr val="F26B43"/>
          </p15:clr>
        </p15:guide>
        <p15:guide id="78" pos="312" userDrawn="1">
          <p15:clr>
            <a:srgbClr val="F26B43"/>
          </p15:clr>
        </p15:guide>
        <p15:guide id="79" orient="horz" pos="240" userDrawn="1">
          <p15:clr>
            <a:srgbClr val="F26B43"/>
          </p15:clr>
        </p15:guide>
        <p15:guide id="80" orient="horz" pos="360" userDrawn="1">
          <p15:clr>
            <a:srgbClr val="F26B43"/>
          </p15:clr>
        </p15:guide>
        <p15:guide id="81" orient="horz" pos="696" userDrawn="1">
          <p15:clr>
            <a:srgbClr val="F26B43"/>
          </p15:clr>
        </p15:guide>
        <p15:guide id="82" orient="horz" pos="2472" userDrawn="1">
          <p15:clr>
            <a:srgbClr val="F26B43"/>
          </p15:clr>
        </p15:guide>
        <p15:guide id="83" orient="horz" pos="4224" userDrawn="1">
          <p15:clr>
            <a:srgbClr val="F26B43"/>
          </p15:clr>
        </p15:guide>
        <p15:guide id="84" pos="7392" userDrawn="1">
          <p15:clr>
            <a:srgbClr val="F26B43"/>
          </p15:clr>
        </p15:guide>
        <p15:guide id="85" pos="3864" userDrawn="1">
          <p15:clr>
            <a:srgbClr val="FDE53C"/>
          </p15:clr>
        </p15:guide>
        <p15:guide id="86" pos="2688" userDrawn="1">
          <p15:clr>
            <a:srgbClr val="F26B43"/>
          </p15:clr>
        </p15:guide>
        <p15:guide id="87" pos="4992" userDrawn="1">
          <p15:clr>
            <a:srgbClr val="F26B43"/>
          </p15:clr>
        </p15:guide>
        <p15:guide id="88" pos="2640" userDrawn="1">
          <p15:clr>
            <a:srgbClr val="F26B43"/>
          </p15:clr>
        </p15:guide>
        <p15:guide id="89" pos="5040" userDrawn="1">
          <p15:clr>
            <a:srgbClr val="F26B43"/>
          </p15:clr>
        </p15:guide>
        <p15:guide id="90" orient="horz" pos="2424" userDrawn="1">
          <p15:clr>
            <a:srgbClr val="F26B43"/>
          </p15:clr>
        </p15:guide>
        <p15:guide id="91" orient="horz" pos="1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onfluence.optum.com/pages/viewpage.action?pageId=103075773" TargetMode="Externa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confluence.optum.com/pages/viewpage.action?pageId=103075773" TargetMode="Externa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6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OADW: Charge</a:t>
            </a:r>
            <a:r>
              <a:rPr lang="en-US" sz="6000" kern="1400" spc="-5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 for Inpatient Clinical Events </a:t>
            </a:r>
            <a:endParaRPr lang="en-US" sz="6000" kern="1400" spc="-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Chris Amendola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March 2022</a:t>
            </a:r>
          </a:p>
        </p:txBody>
      </p:sp>
    </p:spTree>
    <p:extLst>
      <p:ext uri="{BB962C8B-B14F-4D97-AF65-F5344CB8AC3E}">
        <p14:creationId xmlns:p14="http://schemas.microsoft.com/office/powerpoint/2010/main" val="3072915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BA3330-0CB6-4420-8AA3-9577883A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OADW: Events, Encounters and Claims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CE7C738-F866-4945-9FB2-0697B2E5A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6429" y="1654632"/>
            <a:ext cx="7627433" cy="4517568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8B4BAB-0C34-4449-A8F3-5206C2E5D3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View of data informs determination of Categorized Charges</a:t>
            </a:r>
          </a:p>
        </p:txBody>
      </p:sp>
    </p:spTree>
    <p:extLst>
      <p:ext uri="{BB962C8B-B14F-4D97-AF65-F5344CB8AC3E}">
        <p14:creationId xmlns:p14="http://schemas.microsoft.com/office/powerpoint/2010/main" val="4273571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B3875-E8BC-4182-BF43-A72BBF1A8D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L1_CLAIM</a:t>
            </a:r>
          </a:p>
          <a:p>
            <a:pPr marL="573088" lvl="1" indent="-342900"/>
            <a:r>
              <a:rPr lang="en-US" dirty="0"/>
              <a:t>Most Granular</a:t>
            </a:r>
          </a:p>
          <a:p>
            <a:pPr marL="573088" lvl="1" indent="-342900"/>
            <a:r>
              <a:rPr lang="en-US" dirty="0"/>
              <a:t>Line Charge</a:t>
            </a:r>
          </a:p>
          <a:p>
            <a:pPr marL="573088" lvl="1" indent="-342900"/>
            <a:r>
              <a:rPr lang="en-US" dirty="0"/>
              <a:t>Revenue Codes – assign charge categories</a:t>
            </a:r>
          </a:p>
          <a:p>
            <a:pPr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02C7721-4560-4D4D-82C0-2ECBA952E4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00938" y="1221065"/>
            <a:ext cx="5524500" cy="458601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8C5F12-6AD4-41CB-9069-7CDEA18D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OADW: Charge Related Details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3BD1A-9DF9-4F9E-A3C6-3B9D04B02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D39A8-AA83-4824-ABAF-FDA371E592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479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C5F12-6AD4-41CB-9069-7CDEA18D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OADW: Charge Related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B3875-E8BC-4182-BF43-A72BBF1A8D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L1_CLINICAL_ENCOUNTER</a:t>
            </a:r>
          </a:p>
          <a:p>
            <a:pPr marL="573088" lvl="1" indent="-342900"/>
            <a:r>
              <a:rPr lang="en-US" dirty="0"/>
              <a:t>Zero to many ‘child’ claims</a:t>
            </a:r>
          </a:p>
          <a:p>
            <a:pPr marL="573088" lvl="1" indent="-342900"/>
            <a:r>
              <a:rPr lang="en-US" dirty="0"/>
              <a:t>Has a ‘general’ encounter Total Charge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F3AD1B9-AB59-42ED-9D22-0951E0C6C4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17223" y="1195755"/>
            <a:ext cx="5447689" cy="454396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46C4D-6E9F-4C68-9210-E1EFE7D06F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Encounters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3BD1A-9DF9-4F9E-A3C6-3B9D04B02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D39A8-AA83-4824-ABAF-FDA371E592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44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A98845-7A4A-4E54-A87D-929106654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Charges for Clinical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9561E-B719-4BB0-84B4-0D07DE3FC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300" y="1610407"/>
            <a:ext cx="5524500" cy="407987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Summarize Claims for encounters</a:t>
            </a:r>
          </a:p>
          <a:p>
            <a:pPr marL="687388" lvl="1" indent="-457200">
              <a:buFont typeface="+mj-lt"/>
              <a:buAutoNum type="arabicPeriod"/>
            </a:pPr>
            <a:r>
              <a:rPr lang="en-US" dirty="0"/>
              <a:t>Bucket Charges by Revenue Code category</a:t>
            </a:r>
          </a:p>
          <a:p>
            <a:pPr marL="687388" lvl="1" indent="-457200">
              <a:buFont typeface="+mj-lt"/>
              <a:buAutoNum type="arabicPeriod"/>
            </a:pPr>
            <a:r>
              <a:rPr lang="en-US" dirty="0"/>
              <a:t>Charge values without Revenue code assigned an unknown category </a:t>
            </a:r>
          </a:p>
          <a:p>
            <a:pPr marL="915988" lvl="3" indent="-457200">
              <a:buFont typeface="+mj-lt"/>
              <a:buAutoNum type="arabicPeriod"/>
            </a:pPr>
            <a:r>
              <a:rPr lang="en-US" dirty="0"/>
              <a:t>Claims with procedure code (‘999P’)</a:t>
            </a:r>
          </a:p>
          <a:p>
            <a:pPr marL="915988" lvl="3" indent="-457200">
              <a:buFont typeface="+mj-lt"/>
              <a:buAutoNum type="arabicPeriod"/>
            </a:pPr>
            <a:r>
              <a:rPr lang="en-US" dirty="0"/>
              <a:t>All other claims (‘999U’)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Summarize Encounters to Event</a:t>
            </a:r>
          </a:p>
          <a:p>
            <a:pPr marL="687388" lvl="1" indent="-457200">
              <a:buFont typeface="+mj-lt"/>
              <a:buAutoNum type="arabicPeriod"/>
            </a:pPr>
            <a:r>
              <a:rPr lang="en-US" dirty="0"/>
              <a:t>Encounters without claims but with charge assigned an unknown category(‘999T’)</a:t>
            </a:r>
          </a:p>
          <a:p>
            <a:pPr marL="915988" lvl="3" indent="-457200">
              <a:buFont typeface="+mj-lt"/>
              <a:buAutoNum type="arabicPeriod"/>
            </a:pPr>
            <a:r>
              <a:rPr lang="en-US" dirty="0"/>
              <a:t>This is ‘uncategorized’ Encounter Total Charge</a:t>
            </a:r>
          </a:p>
          <a:p>
            <a:pPr>
              <a:buNone/>
            </a:pPr>
            <a:endParaRPr lang="en-US" dirty="0"/>
          </a:p>
          <a:p>
            <a:pPr marL="573088" lvl="1" indent="-342900"/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83EB1E-D0BF-4E6C-A430-57BB47932A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338146"/>
            <a:ext cx="5661025" cy="4834054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5A5E66-7D5B-4433-8162-97A78CB81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Claims-&gt;Encounters-&gt;Event</a:t>
            </a:r>
          </a:p>
        </p:txBody>
      </p:sp>
    </p:spTree>
    <p:extLst>
      <p:ext uri="{BB962C8B-B14F-4D97-AF65-F5344CB8AC3E}">
        <p14:creationId xmlns:p14="http://schemas.microsoft.com/office/powerpoint/2010/main" val="559311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18A7-D035-4D4C-9244-7D62E4A5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Details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F2161E-C6E2-4446-8A50-E397CFA9D7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Specifics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8586D-4BAA-4DE3-8FB1-361E197E41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5CCD4-EEB2-40A9-BB49-FFC0FEF85C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49815-29C4-41E7-B8B1-92AAA2F30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300" y="1654631"/>
            <a:ext cx="11239500" cy="4517569"/>
          </a:xfrm>
        </p:spPr>
        <p:txBody>
          <a:bodyPr/>
          <a:lstStyle/>
          <a:p>
            <a:pPr marL="573088" lvl="1" indent="-342900"/>
            <a:r>
              <a:rPr lang="en-US" dirty="0"/>
              <a:t>All non-null Line Charge values are summed</a:t>
            </a:r>
          </a:p>
          <a:p>
            <a:pPr marL="801688" lvl="3" indent="-342900"/>
            <a:r>
              <a:rPr lang="en-US" dirty="0"/>
              <a:t>Positives</a:t>
            </a:r>
          </a:p>
          <a:p>
            <a:pPr marL="801688" lvl="3" indent="-342900"/>
            <a:r>
              <a:rPr lang="en-US" dirty="0"/>
              <a:t>Negatives</a:t>
            </a:r>
          </a:p>
          <a:p>
            <a:pPr marL="801688" lvl="3" indent="-342900"/>
            <a:r>
              <a:rPr lang="en-US" dirty="0"/>
              <a:t>Zero</a:t>
            </a:r>
          </a:p>
          <a:p>
            <a:pPr marL="573088" lvl="1" indent="-342900"/>
            <a:r>
              <a:rPr lang="en-US" dirty="0"/>
              <a:t>Limiting calculation to Non-Payer data sources</a:t>
            </a:r>
          </a:p>
          <a:p>
            <a:pPr marL="801688" lvl="3" indent="-342900"/>
            <a:r>
              <a:rPr lang="en-US" dirty="0"/>
              <a:t>Intended to approach this constraint in the near future</a:t>
            </a:r>
          </a:p>
          <a:p>
            <a:pPr marL="573088" lvl="1" indent="-342900"/>
            <a:r>
              <a:rPr lang="en-US" dirty="0"/>
              <a:t>Currently only computing Charges for the specific Clinical event CUI for Inpatient – CH000106</a:t>
            </a:r>
          </a:p>
          <a:p>
            <a:pPr marL="573088" lvl="1" indent="-342900"/>
            <a:r>
              <a:rPr lang="en-US" dirty="0"/>
              <a:t>New Dictionary created for support - </a:t>
            </a:r>
            <a:r>
              <a:rPr lang="en-US" b="0" i="0" u="none" strike="noStrike" dirty="0">
                <a:solidFill>
                  <a:srgbClr val="172B4D"/>
                </a:solidFill>
                <a:effectLst/>
                <a:latin typeface="-apple-system"/>
                <a:hlinkClick r:id="rId2"/>
              </a:rPr>
              <a:t>L2_DICT_REV_CAT</a:t>
            </a:r>
            <a:endParaRPr lang="en-US" dirty="0"/>
          </a:p>
          <a:p>
            <a:pPr marL="573088" lvl="1" indent="-3429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602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18A7-D035-4D4C-9244-7D62E4A5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Details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F2161E-C6E2-4446-8A50-E397CFA9D7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en-US" b="0" i="0" u="none" strike="noStrike" dirty="0">
                <a:solidFill>
                  <a:srgbClr val="172B4D"/>
                </a:solidFill>
                <a:effectLst/>
                <a:latin typeface="-apple-system"/>
                <a:hlinkClick r:id="rId2"/>
              </a:rPr>
              <a:t>L2_DICT_REV_CAT</a:t>
            </a:r>
            <a:endParaRPr lang="en-US" dirty="0"/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8586D-4BAA-4DE3-8FB1-361E197E41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5CCD4-EEB2-40A9-BB49-FFC0FEF85C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49815-29C4-41E7-B8B1-92AAA2F30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300" y="1654631"/>
            <a:ext cx="11239500" cy="4517569"/>
          </a:xfrm>
        </p:spPr>
        <p:txBody>
          <a:bodyPr/>
          <a:lstStyle/>
          <a:p>
            <a:pPr lvl="1" indent="0">
              <a:buNone/>
            </a:pPr>
            <a:r>
              <a:rPr lang="en-US" dirty="0"/>
              <a:t>Categories are first three positions of a length-4 specified Revenue Code</a:t>
            </a:r>
          </a:p>
          <a:p>
            <a:pPr lvl="1" indent="0">
              <a:buNone/>
            </a:pPr>
            <a:r>
              <a:rPr lang="en-US" dirty="0"/>
              <a:t>Example:</a:t>
            </a:r>
          </a:p>
          <a:p>
            <a:pPr lvl="1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C52C0B-F521-4C8B-B534-1A4B9FA87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183" y="2057400"/>
            <a:ext cx="534352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53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D3CFA-8B8D-437D-B5BF-E6194EE12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Details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25B9EA-4C6F-4740-93CC-246DF66BFB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1118282"/>
            <a:ext cx="11315700" cy="464333"/>
          </a:xfrm>
        </p:spPr>
        <p:txBody>
          <a:bodyPr/>
          <a:lstStyle/>
          <a:p>
            <a:r>
              <a:rPr lang="en-US" b="1" i="0" dirty="0">
                <a:solidFill>
                  <a:srgbClr val="172B4D"/>
                </a:solidFill>
                <a:effectLst/>
                <a:latin typeface="-apple-system"/>
              </a:rPr>
              <a:t>l2_pat_clinical_event_charge</a:t>
            </a:r>
            <a:endParaRPr lang="en-US" b="0" i="0" dirty="0">
              <a:solidFill>
                <a:srgbClr val="172B4D"/>
              </a:solidFill>
              <a:effectLst/>
              <a:latin typeface="-apple-system"/>
            </a:endParaRP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FA328-17F4-4591-BB8D-37B8D89364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70397-CA21-4D5D-A839-29FA8A4E26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86780-397C-4ABF-A4E0-C49C3A9683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304F11-53E8-4B68-B88E-CB7143642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893610"/>
            <a:ext cx="11160369" cy="307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58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87561-6E6A-42DE-87F0-D1C0DCF51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Details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E5C892-DB05-4216-BAE0-F0CD222A64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172B4D"/>
                </a:solidFill>
                <a:effectLst/>
                <a:latin typeface="-apple-system"/>
              </a:rPr>
              <a:t>l2_pat_clinical_event_charge</a:t>
            </a:r>
            <a:endParaRPr lang="en-US" b="0" i="0" dirty="0">
              <a:solidFill>
                <a:srgbClr val="172B4D"/>
              </a:solidFill>
              <a:effectLst/>
              <a:latin typeface="-apple-system"/>
            </a:endParaRP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CA447-2526-4012-94C7-5049856582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B52E8-7007-408A-B483-FDB9BA9BC1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02139E-8A4C-4F15-86E8-4AA65BF6B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687" y="1568104"/>
            <a:ext cx="65246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281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046642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RESI_FIRST_SLIDENUMBER" val="1"/>
  <p:tag name="MIO_FALLBACK_LAYOUT" val="15"/>
  <p:tag name="MIO_SHOW_DATE" val="False"/>
  <p:tag name="MIO_SHOW_FOOTER" val="False"/>
  <p:tag name="MIO_SHOW_PAGENUMBER" val="True"/>
  <p:tag name="MIO_AVOID_BLANK_LAYOUT" val="True"/>
  <p:tag name="MIO_CD_LAYOUT_VALID_AREA" val="False"/>
  <p:tag name="MIO_NUMBER_OF_VALID_LAYOUTS" val="40"/>
  <p:tag name="MIO_HDS" val="True"/>
  <p:tag name="MIO_SKIPVERSION" val="01.01.0001 00:00:00"/>
  <p:tag name="MIO_EKGUID" val="6a645508-c274-414b-b194-88fb038b781a"/>
  <p:tag name="MIO_UPDATE" val="True"/>
  <p:tag name="MIO_VERSION" val="10.06.2019 16:05:23"/>
  <p:tag name="MIO_DBID" val="105C9A49-0F00-47E0-A9B9-86E2A99454C8"/>
  <p:tag name="MIO_LASTDOWNLOADED" val="10.06.2019 16:05:26"/>
  <p:tag name="MIO_OBJECTNAME" val="Optum Wide"/>
  <p:tag name="MIO_LASTEDITORNAME" val="Charlotte Bartholomew"/>
  <p:tag name="MIO_CDID" val="451eeb19-c04f-4baa-b219-473a5b7aed7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Watermark;Add a watermark (examples: Confidential, Draft, Sample)"/>
  <p:tag name="MIO_USER_INPUT_OPTIONAL" val=" "/>
  <p:tag name="MIO_USER_INPUT_TEXT" val=" 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822d4cc4-1d5e-4231-9595-f67af2bf41b7"/>
  <p:tag name="MIO_UPDATE" val="True"/>
  <p:tag name="MIO_VERSION" val="13.11.2017 12:23:30"/>
  <p:tag name="MIO_DBID" val="105C9A49-0F00-47E0-A9B9-86E2A99454C8"/>
  <p:tag name="MIO_LASTDOWNLOADED" val="02.05.2018 13:30:33"/>
  <p:tag name="MIO_OBJECTNAME" val="Optum#LowerLeftSmallWide"/>
  <p:tag name="MIO_LASTEDITORNAME" val="Charlotte Bartholomew"/>
  <p:tag name="MIO_LOGOPLACEHOLDER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822d4cc4-1d5e-4231-9595-f67af2bf41b7"/>
  <p:tag name="MIO_UPDATE" val="True"/>
  <p:tag name="MIO_VERSION" val="13.11.2017 12:23:30"/>
  <p:tag name="MIO_DBID" val="105C9A49-0F00-47E0-A9B9-86E2A99454C8"/>
  <p:tag name="MIO_LASTDOWNLOADED" val="02.05.2018 13:30:33"/>
  <p:tag name="MIO_OBJECTNAME" val="Optum#LowerLeftSmallWide"/>
  <p:tag name="MIO_LASTEDITORNAME" val="Charlotte Bartholomew"/>
  <p:tag name="MIO_LOGOPLACEHOLDER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LOGOPLACEHOLDER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heme/theme1.xml><?xml version="1.0" encoding="utf-8"?>
<a:theme xmlns:a="http://schemas.openxmlformats.org/drawingml/2006/main" name="Default Theme">
  <a:themeElements>
    <a:clrScheme name="Optum - Empower">
      <a:dk1>
        <a:srgbClr val="55565A"/>
      </a:dk1>
      <a:lt1>
        <a:srgbClr val="FFFFFF"/>
      </a:lt1>
      <a:dk2>
        <a:srgbClr val="55565A"/>
      </a:dk2>
      <a:lt2>
        <a:srgbClr val="FFFFFF"/>
      </a:lt2>
      <a:accent1>
        <a:srgbClr val="E87722"/>
      </a:accent1>
      <a:accent2>
        <a:srgbClr val="EAAA00"/>
      </a:accent2>
      <a:accent3>
        <a:srgbClr val="63666A"/>
      </a:accent3>
      <a:accent4>
        <a:srgbClr val="888B8D"/>
      </a:accent4>
      <a:accent5>
        <a:srgbClr val="B1B3B3"/>
      </a:accent5>
      <a:accent6>
        <a:srgbClr val="D0D0CE"/>
      </a:accent6>
      <a:hlink>
        <a:srgbClr val="00549F"/>
      </a:hlink>
      <a:folHlink>
        <a:srgbClr val="00549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 rtl="0" eaLnBrk="1" fontAlgn="auto" hangingPunct="1">
          <a:lnSpc>
            <a:spcPct val="100000"/>
          </a:lnSpc>
          <a:spcBef>
            <a:spcPts val="0"/>
          </a:spcBef>
          <a:spcAft>
            <a:spcPts val="0"/>
          </a:spcAft>
          <a:defRPr sz="1800" b="0" i="0" u="none" baseline="0" dirty="0" smtClean="0">
            <a:solidFill>
              <a:srgbClr val="FFFFFF"/>
            </a:solidFill>
            <a:latin typeface="Arial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rnd"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 rtl="0" eaLnBrk="1" fontAlgn="auto" hangingPunct="1">
          <a:lnSpc>
            <a:spcPct val="90000"/>
          </a:lnSpc>
          <a:spcBef>
            <a:spcPts val="0"/>
          </a:spcBef>
          <a:spcAft>
            <a:spcPts val="400"/>
          </a:spcAft>
          <a:defRPr sz="1400" b="0" i="0" u="none" baseline="0" dirty="0" smtClean="0">
            <a:solidFill>
              <a:srgbClr val="55565A"/>
            </a:solidFill>
            <a:latin typeface="Arial"/>
          </a:defRPr>
        </a:defPPr>
      </a:lstStyle>
    </a:txDef>
  </a:objectDefaults>
  <a:extraClrSchemeLst/>
  <a:custClrLst>
    <a:custClr name="Custom Color 1">
      <a:srgbClr val="E87722"/>
    </a:custClr>
    <a:custClr name="Custom Color 2">
      <a:srgbClr val="888B8D"/>
    </a:custClr>
    <a:custClr name="Custom Color 3">
      <a:srgbClr val="739600"/>
    </a:custClr>
    <a:custClr name="Custom Color 4">
      <a:srgbClr val="008770"/>
    </a:custClr>
    <a:custClr name="Custom Color 5">
      <a:srgbClr val="00549F"/>
    </a:custClr>
    <a:custClr name="Custom Color 6">
      <a:srgbClr val="3B0083"/>
    </a:custClr>
    <a:custClr name="Custom Color 7">
      <a:srgbClr val="A22B38"/>
    </a:custClr>
  </a:custClrLst>
  <a:extLst>
    <a:ext uri="{05A4C25C-085E-4340-85A3-A5531E510DB2}">
      <thm15:themeFamily xmlns:thm15="http://schemas.microsoft.com/office/thememl/2012/main" name="Optum Template Widescreen - 2017 - 06.27.17.potx" id="{14CCB6DF-C717-4413-BCDA-15B71AA5CDD8}" vid="{817E4C5E-750D-4B97-8ADE-F637BD8C07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8E6CAA81EF3A44BA4646087124E6A2" ma:contentTypeVersion="50" ma:contentTypeDescription="Create a new document." ma:contentTypeScope="" ma:versionID="0ca5597bff7b8ccccc692ec8f20f6c19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962b37e1f0a60323fad4d4a885905895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/>
    <Synchronization>Asynchronous</Synchronization>
    <Type>10003</Type>
    <SequenceNumber>10000</SequenceNumber>
    <Url/>
    <Assembly>Optum_EPI_Common, Version=1.0.0.0, Culture=neutral, PublicKeyToken=f1423e9e7790b317</Assembly>
    <Class>Optum_EPI_Common.Event_Receivers.Auditing.AuditingEvents</Class>
    <Data/>
    <Filter/>
  </Receiver>
  <Receiver>
    <Name/>
    <Synchronization>Asynchronous</Synchronization>
    <Type>10002</Type>
    <SequenceNumber>10000</SequenceNumber>
    <Url/>
    <Assembly>Optum_EPI_Common, Version=1.0.0.0, Culture=neutral, PublicKeyToken=f1423e9e7790b317</Assembly>
    <Class>Optum_EPI_Common.Event_Receivers.Auditing.AuditingEvents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BDDC56A-FB06-4CC7-94CC-9C67E94304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AF90AF-F6BD-441C-A324-51B1E90749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0AFFE3F-CA0C-4FC8-BB79-CE7BC8FEA6CD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2165AEAF-400B-4863-AC0E-10A4B37169A7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20998</TotalTime>
  <Words>399</Words>
  <Application>Microsoft Office PowerPoint</Application>
  <PresentationFormat>Widescreen</PresentationFormat>
  <Paragraphs>58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-apple-system</vt:lpstr>
      <vt:lpstr>Arial</vt:lpstr>
      <vt:lpstr>Calibri</vt:lpstr>
      <vt:lpstr>Calibri Light</vt:lpstr>
      <vt:lpstr>Default Theme</vt:lpstr>
      <vt:lpstr>OADW: Charges for Inpatient Clinical Events </vt:lpstr>
      <vt:lpstr>OADW: Events, Encounters and Claims</vt:lpstr>
      <vt:lpstr>OADW: Charge Related Details</vt:lpstr>
      <vt:lpstr>OADW: Charge Related Details</vt:lpstr>
      <vt:lpstr>Calculating Charges for Clinical Events</vt:lpstr>
      <vt:lpstr>Data Details</vt:lpstr>
      <vt:lpstr>Data Details</vt:lpstr>
      <vt:lpstr>Data Details</vt:lpstr>
      <vt:lpstr>Data Details</vt:lpstr>
      <vt:lpstr>PowerPoint Presentation</vt:lpstr>
    </vt:vector>
  </TitlesOfParts>
  <Company>UnitedHealth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Charlotte Bartholomew</dc:creator>
  <cp:lastModifiedBy>Amendola, Christopher A</cp:lastModifiedBy>
  <cp:revision>168</cp:revision>
  <dcterms:created xsi:type="dcterms:W3CDTF">2019-06-11T18:23:50Z</dcterms:created>
  <dcterms:modified xsi:type="dcterms:W3CDTF">2022-03-22T20:28:42Z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0x010100148E6CAA81EF3A44BA4646087124E6A2</vt:lpwstr>
  </property>
</Properties>
</file>