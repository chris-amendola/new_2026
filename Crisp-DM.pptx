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5"/>
  </p:notesMasterIdLst>
  <p:sldIdLst>
    <p:sldId id="337" r:id="rId5"/>
    <p:sldId id="340" r:id="rId6"/>
    <p:sldId id="347" r:id="rId7"/>
    <p:sldId id="338" r:id="rId8"/>
    <p:sldId id="341" r:id="rId9"/>
    <p:sldId id="345" r:id="rId10"/>
    <p:sldId id="342" r:id="rId11"/>
    <p:sldId id="343" r:id="rId12"/>
    <p:sldId id="344" r:id="rId13"/>
    <p:sldId id="349"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F69D0F6-B746-44EF-9227-3306D4FFD3C3}">
          <p14:sldIdLst/>
        </p14:section>
        <p14:section name="Slide Starters" id="{A3ED2BBF-29DB-42BC-821F-02D0FEA37ABF}">
          <p14:sldIdLst>
            <p14:sldId id="337"/>
            <p14:sldId id="340"/>
            <p14:sldId id="347"/>
            <p14:sldId id="338"/>
            <p14:sldId id="341"/>
            <p14:sldId id="345"/>
            <p14:sldId id="342"/>
            <p14:sldId id="343"/>
            <p14:sldId id="344"/>
            <p14:sldId id="34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12" d="100"/>
          <a:sy n="112" d="100"/>
        </p:scale>
        <p:origin x="-610" y="-77"/>
      </p:cViewPr>
      <p:guideLst>
        <p:guide orient="horz" pos="1620"/>
        <p:guide orient="horz" pos="218"/>
        <p:guide orient="horz" pos="677"/>
        <p:guide orient="horz" pos="3127"/>
        <p:guide orient="horz" pos="2904"/>
        <p:guide orient="horz" pos="409"/>
        <p:guide orient="horz" pos="132"/>
        <p:guide orient="horz" pos="804"/>
        <p:guide pos="2880"/>
        <p:guide pos="179"/>
        <p:guide pos="5580"/>
        <p:guide pos="556"/>
        <p:guide pos="2736"/>
        <p:guide pos="3024"/>
        <p:guide pos="288"/>
      </p:guideLst>
    </p:cSldViewPr>
  </p:slideViewPr>
  <p:notesTextViewPr>
    <p:cViewPr>
      <p:scale>
        <a:sx n="1" d="1"/>
        <a:sy n="1" d="1"/>
      </p:scale>
      <p:origin x="0" y="0"/>
    </p:cViewPr>
  </p:notesTextViewPr>
  <p:sorterViewPr>
    <p:cViewPr>
      <p:scale>
        <a:sx n="100" d="100"/>
        <a:sy n="100" d="100"/>
      </p:scale>
      <p:origin x="0" y="711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fld id="{EA0B0923-116C-49FA-B24A-9794571768C4}" type="datetimeFigureOut">
              <a:rPr lang="en-US" smtClean="0"/>
              <a:pPr/>
              <a:t>11/5/2018</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Arial" panose="020B0604020202020204" pitchFamily="34" charset="0"/>
              </a:defRPr>
            </a:lvl1pPr>
          </a:lstStyle>
          <a:p>
            <a:fld id="{D4F01560-87C0-4F5C-A8D4-49B8CF15AF9C}" type="slidenum">
              <a:rPr lang="en-US" smtClean="0"/>
              <a:pPr/>
              <a:t>‹#›</a:t>
            </a:fld>
            <a:endParaRPr lang="en-US" dirty="0"/>
          </a:p>
        </p:txBody>
      </p:sp>
    </p:spTree>
    <p:extLst>
      <p:ext uri="{BB962C8B-B14F-4D97-AF65-F5344CB8AC3E}">
        <p14:creationId xmlns:p14="http://schemas.microsoft.com/office/powerpoint/2010/main" val="23251797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4F01560-87C0-4F5C-A8D4-49B8CF15AF9C}" type="slidenum">
              <a:rPr lang="en-US" smtClean="0"/>
              <a:pPr/>
              <a:t>1</a:t>
            </a:fld>
            <a:endParaRPr lang="en-US" dirty="0"/>
          </a:p>
        </p:txBody>
      </p:sp>
    </p:spTree>
    <p:extLst>
      <p:ext uri="{BB962C8B-B14F-4D97-AF65-F5344CB8AC3E}">
        <p14:creationId xmlns:p14="http://schemas.microsoft.com/office/powerpoint/2010/main" val="2031580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4F01560-87C0-4F5C-A8D4-49B8CF15AF9C}" type="slidenum">
              <a:rPr lang="en-US" smtClean="0"/>
              <a:pPr/>
              <a:t>3</a:t>
            </a:fld>
            <a:endParaRPr lang="en-US" dirty="0"/>
          </a:p>
        </p:txBody>
      </p:sp>
    </p:spTree>
    <p:extLst>
      <p:ext uri="{BB962C8B-B14F-4D97-AF65-F5344CB8AC3E}">
        <p14:creationId xmlns:p14="http://schemas.microsoft.com/office/powerpoint/2010/main" val="20315802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32290" eaLnBrk="0" hangingPunct="0"/>
            <a:r>
              <a:rPr lang="en-US" sz="500" dirty="0">
                <a:gradFill>
                  <a:gsLst>
                    <a:gs pos="0">
                      <a:schemeClr val="tx1"/>
                    </a:gs>
                    <a:gs pos="100000">
                      <a:schemeClr val="tx1"/>
                    </a:gs>
                  </a:gsLst>
                  <a:lin ang="5400000" scaled="0"/>
                </a:gradFill>
                <a:cs typeface="Arial" panose="020B0604020202020204" pitchFamily="34" charset="0"/>
              </a:rPr>
              <a:t>© 2016 </a:t>
            </a:r>
            <a:r>
              <a:rPr lang="en-US" sz="500" dirty="0" err="1">
                <a:gradFill>
                  <a:gsLst>
                    <a:gs pos="0">
                      <a:schemeClr val="tx1"/>
                    </a:gs>
                    <a:gs pos="100000">
                      <a:schemeClr val="tx1"/>
                    </a:gs>
                  </a:gsLst>
                  <a:lin ang="5400000" scaled="0"/>
                </a:gradFill>
                <a:cs typeface="Arial" panose="020B0604020202020204" pitchFamily="34" charset="0"/>
              </a:rPr>
              <a:t>Optum</a:t>
            </a:r>
            <a:r>
              <a:rPr lang="en-US" sz="500" dirty="0">
                <a:gradFill>
                  <a:gsLst>
                    <a:gs pos="0">
                      <a:schemeClr val="tx1"/>
                    </a:gs>
                    <a:gs pos="100000">
                      <a:schemeClr val="tx1"/>
                    </a:gs>
                  </a:gsLst>
                  <a:lin ang="5400000" scaled="0"/>
                </a:gradFill>
                <a:cs typeface="Arial" panose="020B0604020202020204" pitchFamily="34" charset="0"/>
              </a:rPr>
              <a:t>, Inc. All rights reserved. </a:t>
            </a:r>
          </a:p>
        </p:txBody>
      </p:sp>
      <p:sp>
        <p:nvSpPr>
          <p:cNvPr id="6" name="Date Placeholder 5"/>
          <p:cNvSpPr>
            <a:spLocks noGrp="1"/>
          </p:cNvSpPr>
          <p:nvPr>
            <p:ph type="dt" idx="12"/>
          </p:nvPr>
        </p:nvSpPr>
        <p:spPr/>
        <p:txBody>
          <a:bodyPr/>
          <a:lstStyle/>
          <a:p>
            <a:fld id="{3433BDF4-B53C-41D6-BFF9-167E1F86C0E2}" type="datetime8">
              <a:rPr lang="en-US" smtClean="0"/>
              <a:t>11/5/2018 7:00 AM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41204648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4F01560-87C0-4F5C-A8D4-49B8CF15AF9C}" type="slidenum">
              <a:rPr lang="en-US" smtClean="0"/>
              <a:pPr/>
              <a:t>5</a:t>
            </a:fld>
            <a:endParaRPr lang="en-US" dirty="0"/>
          </a:p>
        </p:txBody>
      </p:sp>
    </p:spTree>
    <p:extLst>
      <p:ext uri="{BB962C8B-B14F-4D97-AF65-F5344CB8AC3E}">
        <p14:creationId xmlns:p14="http://schemas.microsoft.com/office/powerpoint/2010/main" val="20315802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4F01560-87C0-4F5C-A8D4-49B8CF15AF9C}" type="slidenum">
              <a:rPr lang="en-US" smtClean="0"/>
              <a:pPr/>
              <a:t>6</a:t>
            </a:fld>
            <a:endParaRPr lang="en-US" dirty="0"/>
          </a:p>
        </p:txBody>
      </p:sp>
    </p:spTree>
    <p:extLst>
      <p:ext uri="{BB962C8B-B14F-4D97-AF65-F5344CB8AC3E}">
        <p14:creationId xmlns:p14="http://schemas.microsoft.com/office/powerpoint/2010/main" val="203158025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Walkin business">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email">
            <a:extLst>
              <a:ext uri="{28A0092B-C50C-407E-A947-70E740481C1C}">
                <a14:useLocalDpi xmlns:a14="http://schemas.microsoft.com/office/drawing/2010/main"/>
              </a:ext>
            </a:extLst>
          </a:blip>
          <a:srcRect l="87" r="85"/>
          <a:stretch/>
        </p:blipFill>
        <p:spPr>
          <a:xfrm>
            <a:off x="0" y="0"/>
            <a:ext cx="9144000" cy="5148025"/>
          </a:xfrm>
          <a:prstGeom prst="rect">
            <a:avLst/>
          </a:prstGeom>
        </p:spPr>
      </p:pic>
      <p:sp>
        <p:nvSpPr>
          <p:cNvPr id="11" name="Rectangle 10"/>
          <p:cNvSpPr/>
          <p:nvPr userDrawn="1"/>
        </p:nvSpPr>
        <p:spPr bwMode="auto">
          <a:xfrm>
            <a:off x="0" y="-233"/>
            <a:ext cx="8337772" cy="5143734"/>
          </a:xfrm>
          <a:prstGeom prst="rect">
            <a:avLst/>
          </a:prstGeom>
          <a:gradFill flip="none" rotWithShape="1">
            <a:gsLst>
              <a:gs pos="0">
                <a:srgbClr val="FFFFFF"/>
              </a:gs>
              <a:gs pos="71000">
                <a:srgbClr val="FFFFFF">
                  <a:alpha val="75000"/>
                </a:srgbClr>
              </a:gs>
              <a:gs pos="100000">
                <a:srgbClr val="FFFFFF">
                  <a:alpha val="0"/>
                </a:srgbClr>
              </a:gs>
            </a:gsLst>
            <a:lin ang="0" scaled="1"/>
            <a:tileRect/>
          </a:gra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3" rIns="0" bIns="45723" numCol="1" rtlCol="0" anchor="ctr" anchorCtr="0" compatLnSpc="1">
            <a:prstTxWarp prst="textNoShape">
              <a:avLst/>
            </a:prstTxWarp>
          </a:bodyPr>
          <a:lstStyle/>
          <a:p>
            <a:pPr algn="ctr" defTabSz="914196"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10" name="Text Placeholder 4"/>
          <p:cNvSpPr>
            <a:spLocks noGrp="1"/>
          </p:cNvSpPr>
          <p:nvPr>
            <p:ph type="body" sz="quarter" idx="12" hasCustomPrompt="1"/>
          </p:nvPr>
        </p:nvSpPr>
        <p:spPr>
          <a:xfrm>
            <a:off x="845888" y="2907954"/>
            <a:ext cx="4664752" cy="1345996"/>
          </a:xfrm>
          <a:prstGeom prst="rect">
            <a:avLst/>
          </a:prstGeom>
          <a:noFill/>
        </p:spPr>
        <p:txBody>
          <a:bodyPr lIns="0" tIns="107577" rIns="0" bIns="107577">
            <a:noAutofit/>
          </a:bodyPr>
          <a:lstStyle>
            <a:lvl1pPr marL="0" indent="0">
              <a:spcBef>
                <a:spcPts val="0"/>
              </a:spcBef>
              <a:buNone/>
              <a:defRPr sz="2800" spc="0" baseline="0">
                <a:solidFill>
                  <a:schemeClr val="tx1"/>
                </a:solidFill>
                <a:latin typeface="+mj-lt"/>
              </a:defRPr>
            </a:lvl1pPr>
          </a:lstStyle>
          <a:p>
            <a:pPr lvl="0"/>
            <a:r>
              <a:rPr lang="en-US" dirty="0" smtClean="0"/>
              <a:t>Event city or speaker name</a:t>
            </a:r>
          </a:p>
          <a:p>
            <a:pPr lvl="0"/>
            <a:r>
              <a:rPr lang="en-US" dirty="0" smtClean="0"/>
              <a:t>Date</a:t>
            </a:r>
            <a:endParaRPr lang="en-US" dirty="0"/>
          </a:p>
        </p:txBody>
      </p:sp>
      <p:sp>
        <p:nvSpPr>
          <p:cNvPr id="7" name="Title Placeholder 1"/>
          <p:cNvSpPr>
            <a:spLocks noGrp="1"/>
          </p:cNvSpPr>
          <p:nvPr>
            <p:ph type="title"/>
          </p:nvPr>
        </p:nvSpPr>
        <p:spPr>
          <a:xfrm>
            <a:off x="845888" y="666577"/>
            <a:ext cx="4631922" cy="2187680"/>
          </a:xfrm>
          <a:prstGeom prst="rect">
            <a:avLst/>
          </a:prstGeom>
        </p:spPr>
        <p:txBody>
          <a:bodyPr vert="horz" wrap="square" lIns="0" tIns="0" rIns="0" bIns="0" rtlCol="0" anchor="b" anchorCtr="0">
            <a:noAutofit/>
          </a:bodyPr>
          <a:lstStyle>
            <a:lvl1pPr marL="0" algn="l" defTabSz="685754" rtl="0" eaLnBrk="1" latinLnBrk="0" hangingPunct="1">
              <a:lnSpc>
                <a:spcPct val="90000"/>
              </a:lnSpc>
              <a:spcBef>
                <a:spcPct val="0"/>
              </a:spcBef>
              <a:buNone/>
              <a:defRPr lang="en-US" sz="4800" b="0" kern="1200" cap="none" spc="-74" baseline="0" dirty="0">
                <a:ln w="3175">
                  <a:noFill/>
                </a:ln>
                <a:solidFill>
                  <a:schemeClr val="tx1"/>
                </a:solidFill>
                <a:effectLst/>
                <a:latin typeface="+mj-lt"/>
                <a:ea typeface="+mn-ea"/>
                <a:cs typeface="Arial" panose="020B0604020202020204" pitchFamily="34" charset="0"/>
              </a:defRPr>
            </a:lvl1pPr>
          </a:lstStyle>
          <a:p>
            <a:r>
              <a:rPr lang="en-US" smtClean="0"/>
              <a:t>Click to edit Master title style</a:t>
            </a:r>
            <a:endParaRPr lang="en-US" dirty="0"/>
          </a:p>
        </p:txBody>
      </p:sp>
      <p:pic>
        <p:nvPicPr>
          <p:cNvPr id="13" name="Picture 12"/>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4470" y="4364756"/>
            <a:ext cx="1646287" cy="517404"/>
          </a:xfrm>
          <a:prstGeom prst="rect">
            <a:avLst/>
          </a:prstGeom>
        </p:spPr>
      </p:pic>
    </p:spTree>
    <p:extLst>
      <p:ext uri="{BB962C8B-B14F-4D97-AF65-F5344CB8AC3E}">
        <p14:creationId xmlns:p14="http://schemas.microsoft.com/office/powerpoint/2010/main" val="498698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alkin lifestyle">
    <p:spTree>
      <p:nvGrpSpPr>
        <p:cNvPr id="1" name=""/>
        <p:cNvGrpSpPr/>
        <p:nvPr/>
      </p:nvGrpSpPr>
      <p:grpSpPr>
        <a:xfrm>
          <a:off x="0" y="0"/>
          <a:ext cx="0" cy="0"/>
          <a:chOff x="0" y="0"/>
          <a:chExt cx="0" cy="0"/>
        </a:xfrm>
      </p:grpSpPr>
      <p:pic>
        <p:nvPicPr>
          <p:cNvPr id="20" name="Picture 19"/>
          <p:cNvPicPr>
            <a:picLocks noChangeAspect="1"/>
          </p:cNvPicPr>
          <p:nvPr userDrawn="1"/>
        </p:nvPicPr>
        <p:blipFill rotWithShape="1">
          <a:blip r:embed="rId2" cstate="email">
            <a:extLst>
              <a:ext uri="{28A0092B-C50C-407E-A947-70E740481C1C}">
                <a14:useLocalDpi xmlns:a14="http://schemas.microsoft.com/office/drawing/2010/main"/>
              </a:ext>
            </a:extLst>
          </a:blip>
          <a:srcRect l="-31" r="-15"/>
          <a:stretch/>
        </p:blipFill>
        <p:spPr>
          <a:xfrm>
            <a:off x="0" y="0"/>
            <a:ext cx="9163964" cy="5148072"/>
          </a:xfrm>
          <a:prstGeom prst="rect">
            <a:avLst/>
          </a:prstGeom>
        </p:spPr>
      </p:pic>
      <p:sp>
        <p:nvSpPr>
          <p:cNvPr id="11" name="Rectangle 10"/>
          <p:cNvSpPr/>
          <p:nvPr userDrawn="1"/>
        </p:nvSpPr>
        <p:spPr bwMode="auto">
          <a:xfrm>
            <a:off x="0" y="-233"/>
            <a:ext cx="8337772" cy="5143734"/>
          </a:xfrm>
          <a:prstGeom prst="rect">
            <a:avLst/>
          </a:prstGeom>
          <a:gradFill flip="none" rotWithShape="1">
            <a:gsLst>
              <a:gs pos="0">
                <a:srgbClr val="FFFFFF"/>
              </a:gs>
              <a:gs pos="71000">
                <a:srgbClr val="FFFFFF">
                  <a:alpha val="75000"/>
                </a:srgbClr>
              </a:gs>
              <a:gs pos="100000">
                <a:srgbClr val="FFFFFF">
                  <a:alpha val="0"/>
                </a:srgbClr>
              </a:gs>
            </a:gsLst>
            <a:lin ang="0" scaled="1"/>
            <a:tileRect/>
          </a:gra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3" rIns="0" bIns="45723" numCol="1" rtlCol="0" anchor="ctr" anchorCtr="0" compatLnSpc="1">
            <a:prstTxWarp prst="textNoShape">
              <a:avLst/>
            </a:prstTxWarp>
          </a:bodyPr>
          <a:lstStyle/>
          <a:p>
            <a:pPr algn="ctr" defTabSz="914196"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9" name="Text Placeholder 4"/>
          <p:cNvSpPr>
            <a:spLocks noGrp="1"/>
          </p:cNvSpPr>
          <p:nvPr>
            <p:ph type="body" sz="quarter" idx="12" hasCustomPrompt="1"/>
          </p:nvPr>
        </p:nvSpPr>
        <p:spPr>
          <a:xfrm>
            <a:off x="845888" y="2907954"/>
            <a:ext cx="4664752" cy="1345996"/>
          </a:xfrm>
          <a:prstGeom prst="rect">
            <a:avLst/>
          </a:prstGeom>
          <a:noFill/>
        </p:spPr>
        <p:txBody>
          <a:bodyPr lIns="0" tIns="107577" rIns="0" bIns="107577">
            <a:noAutofit/>
          </a:bodyPr>
          <a:lstStyle>
            <a:lvl1pPr marL="0" indent="0">
              <a:spcBef>
                <a:spcPts val="0"/>
              </a:spcBef>
              <a:buNone/>
              <a:defRPr sz="2800" spc="0" baseline="0">
                <a:solidFill>
                  <a:schemeClr val="tx1"/>
                </a:solidFill>
                <a:latin typeface="+mj-lt"/>
              </a:defRPr>
            </a:lvl1pPr>
          </a:lstStyle>
          <a:p>
            <a:pPr lvl="0"/>
            <a:r>
              <a:rPr lang="en-US" dirty="0" smtClean="0"/>
              <a:t>Event city or speaker name</a:t>
            </a:r>
          </a:p>
          <a:p>
            <a:pPr lvl="0"/>
            <a:r>
              <a:rPr lang="en-US" dirty="0" smtClean="0"/>
              <a:t>Date</a:t>
            </a:r>
            <a:endParaRPr lang="en-US" dirty="0"/>
          </a:p>
        </p:txBody>
      </p:sp>
      <p:sp>
        <p:nvSpPr>
          <p:cNvPr id="8" name="Title Placeholder 1"/>
          <p:cNvSpPr>
            <a:spLocks noGrp="1"/>
          </p:cNvSpPr>
          <p:nvPr>
            <p:ph type="title"/>
          </p:nvPr>
        </p:nvSpPr>
        <p:spPr>
          <a:xfrm>
            <a:off x="845888" y="666577"/>
            <a:ext cx="4631922" cy="2187680"/>
          </a:xfrm>
          <a:prstGeom prst="rect">
            <a:avLst/>
          </a:prstGeom>
        </p:spPr>
        <p:txBody>
          <a:bodyPr vert="horz" wrap="square" lIns="0" tIns="0" rIns="0" bIns="0" rtlCol="0" anchor="b" anchorCtr="0">
            <a:noAutofit/>
          </a:bodyPr>
          <a:lstStyle>
            <a:lvl1pPr marL="0" algn="l" defTabSz="685754" rtl="0" eaLnBrk="1" latinLnBrk="0" hangingPunct="1">
              <a:lnSpc>
                <a:spcPct val="90000"/>
              </a:lnSpc>
              <a:spcBef>
                <a:spcPct val="0"/>
              </a:spcBef>
              <a:buNone/>
              <a:defRPr lang="en-US" sz="4800" b="0" kern="1200" cap="none" spc="-74" baseline="0" dirty="0">
                <a:ln w="3175">
                  <a:noFill/>
                </a:ln>
                <a:solidFill>
                  <a:schemeClr val="tx1"/>
                </a:solidFill>
                <a:effectLst/>
                <a:latin typeface="+mj-lt"/>
                <a:ea typeface="+mn-ea"/>
                <a:cs typeface="Arial" panose="020B0604020202020204" pitchFamily="34" charset="0"/>
              </a:defRPr>
            </a:lvl1pPr>
          </a:lstStyle>
          <a:p>
            <a:r>
              <a:rPr lang="en-US" smtClean="0"/>
              <a:t>Click to edit Master title style</a:t>
            </a:r>
            <a:endParaRPr lang="en-US" dirty="0"/>
          </a:p>
        </p:txBody>
      </p:sp>
      <p:pic>
        <p:nvPicPr>
          <p:cNvPr id="22" name="Picture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4470" y="4364756"/>
            <a:ext cx="1646287" cy="517404"/>
          </a:xfrm>
          <a:prstGeom prst="rect">
            <a:avLst/>
          </a:prstGeom>
        </p:spPr>
      </p:pic>
    </p:spTree>
    <p:extLst>
      <p:ext uri="{BB962C8B-B14F-4D97-AF65-F5344CB8AC3E}">
        <p14:creationId xmlns:p14="http://schemas.microsoft.com/office/powerpoint/2010/main" val="718903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Walkin clinic">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email">
            <a:extLst>
              <a:ext uri="{28A0092B-C50C-407E-A947-70E740481C1C}">
                <a14:useLocalDpi xmlns:a14="http://schemas.microsoft.com/office/drawing/2010/main"/>
              </a:ext>
            </a:extLst>
          </a:blip>
          <a:srcRect l="203" r="503" b="622"/>
          <a:stretch/>
        </p:blipFill>
        <p:spPr>
          <a:xfrm>
            <a:off x="0" y="0"/>
            <a:ext cx="9144000" cy="5143500"/>
          </a:xfrm>
          <a:prstGeom prst="rect">
            <a:avLst/>
          </a:prstGeom>
        </p:spPr>
      </p:pic>
      <p:sp>
        <p:nvSpPr>
          <p:cNvPr id="11" name="Rectangle 10"/>
          <p:cNvSpPr/>
          <p:nvPr userDrawn="1"/>
        </p:nvSpPr>
        <p:spPr bwMode="auto">
          <a:xfrm>
            <a:off x="0" y="-233"/>
            <a:ext cx="8337772" cy="5143734"/>
          </a:xfrm>
          <a:prstGeom prst="rect">
            <a:avLst/>
          </a:prstGeom>
          <a:gradFill flip="none" rotWithShape="1">
            <a:gsLst>
              <a:gs pos="0">
                <a:srgbClr val="FFFFFF"/>
              </a:gs>
              <a:gs pos="71000">
                <a:srgbClr val="FFFFFF">
                  <a:alpha val="75000"/>
                </a:srgbClr>
              </a:gs>
              <a:gs pos="100000">
                <a:srgbClr val="FFFFFF">
                  <a:alpha val="0"/>
                </a:srgbClr>
              </a:gs>
            </a:gsLst>
            <a:lin ang="0" scaled="1"/>
            <a:tileRect/>
          </a:gradFill>
          <a:ln>
            <a:noFill/>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vert="horz" wrap="square" lIns="0" tIns="45723" rIns="0" bIns="45723" numCol="1" rtlCol="0" anchor="ctr" anchorCtr="0" compatLnSpc="1">
            <a:prstTxWarp prst="textNoShape">
              <a:avLst/>
            </a:prstTxWarp>
          </a:bodyPr>
          <a:lstStyle/>
          <a:p>
            <a:pPr algn="ctr" defTabSz="914196" fontAlgn="base">
              <a:spcBef>
                <a:spcPct val="0"/>
              </a:spcBef>
              <a:spcAft>
                <a:spcPct val="0"/>
              </a:spcAft>
            </a:pPr>
            <a:endParaRPr lang="en-US" sz="2000" dirty="0">
              <a:gradFill>
                <a:gsLst>
                  <a:gs pos="0">
                    <a:srgbClr val="FFFFFF"/>
                  </a:gs>
                  <a:gs pos="100000">
                    <a:srgbClr val="FFFFFF"/>
                  </a:gs>
                </a:gsLst>
                <a:lin ang="5400000" scaled="0"/>
              </a:gradFill>
            </a:endParaRPr>
          </a:p>
        </p:txBody>
      </p:sp>
      <p:sp>
        <p:nvSpPr>
          <p:cNvPr id="9" name="Text Placeholder 4"/>
          <p:cNvSpPr>
            <a:spLocks noGrp="1"/>
          </p:cNvSpPr>
          <p:nvPr>
            <p:ph type="body" sz="quarter" idx="12" hasCustomPrompt="1"/>
          </p:nvPr>
        </p:nvSpPr>
        <p:spPr>
          <a:xfrm>
            <a:off x="845888" y="2907954"/>
            <a:ext cx="4664752" cy="1345996"/>
          </a:xfrm>
          <a:prstGeom prst="rect">
            <a:avLst/>
          </a:prstGeom>
          <a:noFill/>
        </p:spPr>
        <p:txBody>
          <a:bodyPr lIns="0" tIns="107577" rIns="0" bIns="107577">
            <a:noAutofit/>
          </a:bodyPr>
          <a:lstStyle>
            <a:lvl1pPr marL="0" indent="0">
              <a:spcBef>
                <a:spcPts val="0"/>
              </a:spcBef>
              <a:buNone/>
              <a:defRPr sz="2800" spc="0" baseline="0">
                <a:solidFill>
                  <a:schemeClr val="tx1"/>
                </a:solidFill>
                <a:latin typeface="+mj-lt"/>
              </a:defRPr>
            </a:lvl1pPr>
          </a:lstStyle>
          <a:p>
            <a:pPr lvl="0"/>
            <a:r>
              <a:rPr lang="en-US" dirty="0" smtClean="0"/>
              <a:t>Event city or speaker name</a:t>
            </a:r>
          </a:p>
          <a:p>
            <a:pPr lvl="0"/>
            <a:r>
              <a:rPr lang="en-US" dirty="0" smtClean="0"/>
              <a:t>Date</a:t>
            </a:r>
            <a:endParaRPr lang="en-US" dirty="0"/>
          </a:p>
        </p:txBody>
      </p:sp>
      <p:sp>
        <p:nvSpPr>
          <p:cNvPr id="7" name="Title Placeholder 1"/>
          <p:cNvSpPr>
            <a:spLocks noGrp="1"/>
          </p:cNvSpPr>
          <p:nvPr>
            <p:ph type="title"/>
          </p:nvPr>
        </p:nvSpPr>
        <p:spPr>
          <a:xfrm>
            <a:off x="845888" y="666577"/>
            <a:ext cx="4631922" cy="2187680"/>
          </a:xfrm>
          <a:prstGeom prst="rect">
            <a:avLst/>
          </a:prstGeom>
        </p:spPr>
        <p:txBody>
          <a:bodyPr vert="horz" wrap="square" lIns="0" tIns="0" rIns="0" bIns="0" rtlCol="0" anchor="b" anchorCtr="0">
            <a:noAutofit/>
          </a:bodyPr>
          <a:lstStyle>
            <a:lvl1pPr marL="0" algn="l" defTabSz="685754" rtl="0" eaLnBrk="1" latinLnBrk="0" hangingPunct="1">
              <a:lnSpc>
                <a:spcPct val="90000"/>
              </a:lnSpc>
              <a:spcBef>
                <a:spcPct val="0"/>
              </a:spcBef>
              <a:buNone/>
              <a:defRPr lang="en-US" sz="4800" b="0" kern="1200" cap="none" spc="-74" baseline="0" dirty="0">
                <a:ln w="3175">
                  <a:noFill/>
                </a:ln>
                <a:solidFill>
                  <a:schemeClr val="tx1"/>
                </a:solidFill>
                <a:effectLst/>
                <a:latin typeface="+mj-lt"/>
                <a:ea typeface="+mn-ea"/>
                <a:cs typeface="Arial" panose="020B0604020202020204" pitchFamily="34" charset="0"/>
              </a:defRPr>
            </a:lvl1pPr>
          </a:lstStyle>
          <a:p>
            <a:r>
              <a:rPr lang="en-US" smtClean="0"/>
              <a:t>Click to edit Master title style</a:t>
            </a:r>
            <a:endParaRPr lang="en-US" dirty="0"/>
          </a:p>
        </p:txBody>
      </p:sp>
      <p:pic>
        <p:nvPicPr>
          <p:cNvPr id="12" name="Picture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4470" y="4364756"/>
            <a:ext cx="1646287" cy="517404"/>
          </a:xfrm>
          <a:prstGeom prst="rect">
            <a:avLst/>
          </a:prstGeom>
        </p:spPr>
      </p:pic>
    </p:spTree>
    <p:extLst>
      <p:ext uri="{BB962C8B-B14F-4D97-AF65-F5344CB8AC3E}">
        <p14:creationId xmlns:p14="http://schemas.microsoft.com/office/powerpoint/2010/main" val="25164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Walkin customizable">
    <p:spTree>
      <p:nvGrpSpPr>
        <p:cNvPr id="1" name=""/>
        <p:cNvGrpSpPr/>
        <p:nvPr/>
      </p:nvGrpSpPr>
      <p:grpSpPr>
        <a:xfrm>
          <a:off x="0" y="0"/>
          <a:ext cx="0" cy="0"/>
          <a:chOff x="0" y="0"/>
          <a:chExt cx="0" cy="0"/>
        </a:xfrm>
      </p:grpSpPr>
      <p:sp>
        <p:nvSpPr>
          <p:cNvPr id="10" name="Picture Placeholder 4"/>
          <p:cNvSpPr>
            <a:spLocks noGrp="1"/>
          </p:cNvSpPr>
          <p:nvPr>
            <p:ph type="pic" sz="quarter" idx="15"/>
          </p:nvPr>
        </p:nvSpPr>
        <p:spPr>
          <a:xfrm>
            <a:off x="1" y="1"/>
            <a:ext cx="9144001" cy="5143967"/>
          </a:xfrm>
          <a:prstGeom prst="rect">
            <a:avLst/>
          </a:prstGeom>
          <a:noFill/>
        </p:spPr>
        <p:txBody>
          <a:bodyPr>
            <a:noAutofit/>
          </a:bodyPr>
          <a:lstStyle>
            <a:lvl1pPr marL="0" indent="0">
              <a:buNone/>
              <a:defRPr/>
            </a:lvl1pPr>
          </a:lstStyle>
          <a:p>
            <a:r>
              <a:rPr lang="en-US" smtClean="0"/>
              <a:t>Click icon to add picture</a:t>
            </a:r>
            <a:endParaRPr lang="en-US"/>
          </a:p>
        </p:txBody>
      </p:sp>
      <p:sp>
        <p:nvSpPr>
          <p:cNvPr id="12" name="Text Placeholder 4"/>
          <p:cNvSpPr>
            <a:spLocks noGrp="1"/>
          </p:cNvSpPr>
          <p:nvPr>
            <p:ph type="body" sz="quarter" idx="12" hasCustomPrompt="1"/>
          </p:nvPr>
        </p:nvSpPr>
        <p:spPr>
          <a:xfrm>
            <a:off x="845888" y="2907954"/>
            <a:ext cx="4664752" cy="1345996"/>
          </a:xfrm>
          <a:prstGeom prst="rect">
            <a:avLst/>
          </a:prstGeom>
          <a:noFill/>
        </p:spPr>
        <p:txBody>
          <a:bodyPr lIns="0" tIns="107577" rIns="0" bIns="107577">
            <a:noAutofit/>
          </a:bodyPr>
          <a:lstStyle>
            <a:lvl1pPr marL="0" indent="0">
              <a:spcBef>
                <a:spcPts val="0"/>
              </a:spcBef>
              <a:buNone/>
              <a:defRPr sz="2800" spc="0" baseline="0">
                <a:solidFill>
                  <a:schemeClr val="tx1"/>
                </a:solidFill>
                <a:latin typeface="+mj-lt"/>
              </a:defRPr>
            </a:lvl1pPr>
          </a:lstStyle>
          <a:p>
            <a:pPr lvl="0"/>
            <a:r>
              <a:rPr lang="en-US" dirty="0" smtClean="0"/>
              <a:t>Event city or speaker name</a:t>
            </a:r>
          </a:p>
          <a:p>
            <a:pPr lvl="0"/>
            <a:r>
              <a:rPr lang="en-US" dirty="0" smtClean="0"/>
              <a:t>Date</a:t>
            </a:r>
            <a:endParaRPr lang="en-US" dirty="0"/>
          </a:p>
        </p:txBody>
      </p:sp>
      <p:sp>
        <p:nvSpPr>
          <p:cNvPr id="8" name="Title Placeholder 1"/>
          <p:cNvSpPr>
            <a:spLocks noGrp="1"/>
          </p:cNvSpPr>
          <p:nvPr>
            <p:ph type="title"/>
          </p:nvPr>
        </p:nvSpPr>
        <p:spPr>
          <a:xfrm>
            <a:off x="845888" y="666577"/>
            <a:ext cx="4631922" cy="2187680"/>
          </a:xfrm>
          <a:prstGeom prst="rect">
            <a:avLst/>
          </a:prstGeom>
        </p:spPr>
        <p:txBody>
          <a:bodyPr vert="horz" wrap="square" lIns="0" tIns="0" rIns="0" bIns="0" rtlCol="0" anchor="b" anchorCtr="0">
            <a:noAutofit/>
          </a:bodyPr>
          <a:lstStyle>
            <a:lvl1pPr marL="0" algn="l" defTabSz="685754" rtl="0" eaLnBrk="1" latinLnBrk="0" hangingPunct="1">
              <a:lnSpc>
                <a:spcPct val="90000"/>
              </a:lnSpc>
              <a:spcBef>
                <a:spcPct val="0"/>
              </a:spcBef>
              <a:buNone/>
              <a:defRPr lang="en-US" sz="4800" b="0" kern="1200" cap="none" spc="-74" baseline="0" dirty="0">
                <a:ln w="3175">
                  <a:noFill/>
                </a:ln>
                <a:solidFill>
                  <a:schemeClr val="tx1"/>
                </a:solidFill>
                <a:effectLst/>
                <a:latin typeface="+mj-lt"/>
                <a:ea typeface="+mn-ea"/>
                <a:cs typeface="Arial" panose="020B0604020202020204" pitchFamily="34" charset="0"/>
              </a:defRPr>
            </a:lvl1pPr>
          </a:lstStyle>
          <a:p>
            <a:r>
              <a:rPr lang="en-US" smtClean="0"/>
              <a:t>Click to edit Master title style</a:t>
            </a:r>
            <a:endParaRPr lang="en-US" dirty="0"/>
          </a:p>
        </p:txBody>
      </p:sp>
      <p:sp>
        <p:nvSpPr>
          <p:cNvPr id="3" name="Rectangle 2"/>
          <p:cNvSpPr/>
          <p:nvPr userDrawn="1"/>
        </p:nvSpPr>
        <p:spPr bwMode="auto">
          <a:xfrm>
            <a:off x="4495800" y="4809613"/>
            <a:ext cx="4267200" cy="21958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Arial" panose="020B0604020202020204" pitchFamily="34" charset="0"/>
            </a:endParaRP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4470" y="4364756"/>
            <a:ext cx="1646287" cy="517404"/>
          </a:xfrm>
          <a:prstGeom prst="rect">
            <a:avLst/>
          </a:prstGeom>
        </p:spPr>
      </p:pic>
    </p:spTree>
    <p:extLst>
      <p:ext uri="{BB962C8B-B14F-4D97-AF65-F5344CB8AC3E}">
        <p14:creationId xmlns:p14="http://schemas.microsoft.com/office/powerpoint/2010/main" val="579332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Preferred text layou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57200" y="1015603"/>
            <a:ext cx="8401050" cy="3594497"/>
          </a:xfrm>
        </p:spPr>
        <p:txBody>
          <a:bodyPr/>
          <a:lstStyle>
            <a:lvl2pPr marL="0" indent="0">
              <a:buNone/>
              <a:defRPr>
                <a:solidFill>
                  <a:schemeClr val="tx1"/>
                </a:solidFill>
              </a:defRPr>
            </a:lvl2pPr>
            <a:lvl3pPr marL="171450" marR="0" indent="0" algn="l" defTabSz="685754" rtl="0" eaLnBrk="1" fontAlgn="auto" latinLnBrk="0" hangingPunct="1">
              <a:lnSpc>
                <a:spcPct val="95000"/>
              </a:lnSpc>
              <a:spcBef>
                <a:spcPts val="600"/>
              </a:spcBef>
              <a:spcAft>
                <a:spcPts val="400"/>
              </a:spcAft>
              <a:buClrTx/>
              <a:buSzPct val="90000"/>
              <a:buFont typeface="Arial" pitchFamily="34" charset="0"/>
              <a:buNone/>
              <a:tabLst/>
              <a:defRPr lang="en-US" sz="1800" kern="1200" spc="0" baseline="0" dirty="0" smtClean="0">
                <a:solidFill>
                  <a:schemeClr val="tx1"/>
                </a:solidFill>
                <a:latin typeface="+mj-lt"/>
                <a:ea typeface="+mn-ea"/>
                <a:cs typeface="+mn-cs"/>
              </a:defRPr>
            </a:lvl3pPr>
            <a:lvl4pPr marL="166688" indent="-166688">
              <a:buClr>
                <a:schemeClr val="accent1"/>
              </a:buClr>
              <a:defRPr>
                <a:solidFill>
                  <a:schemeClr val="tx1"/>
                </a:solidFill>
              </a:defRPr>
            </a:lvl4pPr>
            <a:lvl5pPr marL="403225" indent="-171450">
              <a:buFont typeface="Arial" panose="020B0604020202020204" pitchFamily="34" charset="0"/>
              <a:buChar cha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Slide Number Placeholder 2"/>
          <p:cNvSpPr>
            <a:spLocks noGrp="1"/>
          </p:cNvSpPr>
          <p:nvPr>
            <p:ph type="sldNum" sz="quarter" idx="11"/>
          </p:nvPr>
        </p:nvSpPr>
        <p:spPr/>
        <p:txBody>
          <a:bodyPr/>
          <a:lstStyle/>
          <a:p>
            <a:pPr algn="r"/>
            <a:fld id="{F18F5FCC-583C-47C6-9953-2F6AD74D46AE}" type="slidenum">
              <a:rPr lang="en-US" smtClean="0"/>
              <a:pPr algn="r"/>
              <a:t>‹#›</a:t>
            </a:fld>
            <a:endParaRPr lang="en-US" dirty="0"/>
          </a:p>
        </p:txBody>
      </p:sp>
      <p:cxnSp>
        <p:nvCxnSpPr>
          <p:cNvPr id="7" name="Straight Connector 6"/>
          <p:cNvCxnSpPr/>
          <p:nvPr userDrawn="1"/>
        </p:nvCxnSpPr>
        <p:spPr>
          <a:xfrm>
            <a:off x="457200" y="872066"/>
            <a:ext cx="840105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786861892"/>
      </p:ext>
    </p:extLst>
  </p:cSld>
  <p:clrMapOvr>
    <a:masterClrMapping/>
  </p:clrMapOvr>
  <p:transition>
    <p:fade/>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ferred text layout - 2 column">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57200" y="1015603"/>
            <a:ext cx="3886200" cy="3594497"/>
          </a:xfrm>
        </p:spPr>
        <p:txBody>
          <a:bodyPr/>
          <a:lstStyle>
            <a:lvl2pPr marL="0" indent="0">
              <a:buNone/>
              <a:defRPr>
                <a:solidFill>
                  <a:schemeClr val="tx1"/>
                </a:solidFill>
              </a:defRPr>
            </a:lvl2pPr>
            <a:lvl3pPr marL="171450" marR="0" indent="0" algn="l" defTabSz="685754" rtl="0" eaLnBrk="1" fontAlgn="auto" latinLnBrk="0" hangingPunct="1">
              <a:lnSpc>
                <a:spcPct val="95000"/>
              </a:lnSpc>
              <a:spcBef>
                <a:spcPts val="600"/>
              </a:spcBef>
              <a:spcAft>
                <a:spcPts val="400"/>
              </a:spcAft>
              <a:buClrTx/>
              <a:buSzPct val="90000"/>
              <a:buFont typeface="Arial" pitchFamily="34" charset="0"/>
              <a:buNone/>
              <a:tabLst/>
              <a:defRPr lang="en-US" sz="1800" kern="1200" spc="0" baseline="0" dirty="0" smtClean="0">
                <a:solidFill>
                  <a:schemeClr val="tx1"/>
                </a:solidFill>
                <a:latin typeface="+mj-lt"/>
                <a:ea typeface="+mn-ea"/>
                <a:cs typeface="+mn-cs"/>
              </a:defRPr>
            </a:lvl3pPr>
            <a:lvl4pPr marL="166688" indent="-166688">
              <a:buClr>
                <a:schemeClr val="accent1"/>
              </a:buClr>
              <a:defRPr>
                <a:solidFill>
                  <a:schemeClr val="tx1"/>
                </a:solidFill>
              </a:defRPr>
            </a:lvl4pPr>
            <a:lvl5pPr marL="403225" indent="-171450">
              <a:buFont typeface="Arial" panose="020B0604020202020204" pitchFamily="34" charset="0"/>
              <a:buChar cha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Slide Number Placeholder 2"/>
          <p:cNvSpPr>
            <a:spLocks noGrp="1"/>
          </p:cNvSpPr>
          <p:nvPr>
            <p:ph type="sldNum" sz="quarter" idx="11"/>
          </p:nvPr>
        </p:nvSpPr>
        <p:spPr/>
        <p:txBody>
          <a:bodyPr/>
          <a:lstStyle/>
          <a:p>
            <a:pPr algn="r"/>
            <a:fld id="{F18F5FCC-583C-47C6-9953-2F6AD74D46AE}" type="slidenum">
              <a:rPr lang="en-US" smtClean="0"/>
              <a:pPr algn="r"/>
              <a:t>‹#›</a:t>
            </a:fld>
            <a:endParaRPr lang="en-US" dirty="0"/>
          </a:p>
        </p:txBody>
      </p:sp>
      <p:sp>
        <p:nvSpPr>
          <p:cNvPr id="5" name="Title 4"/>
          <p:cNvSpPr>
            <a:spLocks noGrp="1"/>
          </p:cNvSpPr>
          <p:nvPr>
            <p:ph type="title"/>
          </p:nvPr>
        </p:nvSpPr>
        <p:spPr/>
        <p:txBody>
          <a:bodyPr/>
          <a:lstStyle/>
          <a:p>
            <a:r>
              <a:rPr lang="en-US" smtClean="0"/>
              <a:t>Click to edit Master title style</a:t>
            </a:r>
            <a:endParaRPr lang="en-US" dirty="0"/>
          </a:p>
        </p:txBody>
      </p:sp>
      <p:sp>
        <p:nvSpPr>
          <p:cNvPr id="6" name="Text Placeholder 3"/>
          <p:cNvSpPr>
            <a:spLocks noGrp="1"/>
          </p:cNvSpPr>
          <p:nvPr>
            <p:ph type="body" sz="quarter" idx="12"/>
          </p:nvPr>
        </p:nvSpPr>
        <p:spPr>
          <a:xfrm>
            <a:off x="4786540" y="1015603"/>
            <a:ext cx="4060825" cy="3594497"/>
          </a:xfrm>
        </p:spPr>
        <p:txBody>
          <a:bodyPr/>
          <a:lstStyle>
            <a:lvl2pPr marL="0" indent="0">
              <a:buNone/>
              <a:defRPr>
                <a:solidFill>
                  <a:schemeClr val="tx1"/>
                </a:solidFill>
              </a:defRPr>
            </a:lvl2pPr>
            <a:lvl3pPr marL="171450" marR="0" indent="0" algn="l" defTabSz="685754" rtl="0" eaLnBrk="1" fontAlgn="auto" latinLnBrk="0" hangingPunct="1">
              <a:lnSpc>
                <a:spcPct val="95000"/>
              </a:lnSpc>
              <a:spcBef>
                <a:spcPts val="600"/>
              </a:spcBef>
              <a:spcAft>
                <a:spcPts val="400"/>
              </a:spcAft>
              <a:buClrTx/>
              <a:buSzPct val="90000"/>
              <a:buFont typeface="Arial" pitchFamily="34" charset="0"/>
              <a:buNone/>
              <a:tabLst/>
              <a:defRPr lang="en-US" sz="1800" kern="1200" spc="0" baseline="0" dirty="0" smtClean="0">
                <a:solidFill>
                  <a:schemeClr val="tx1"/>
                </a:solidFill>
                <a:latin typeface="+mj-lt"/>
                <a:ea typeface="+mn-ea"/>
                <a:cs typeface="+mn-cs"/>
              </a:defRPr>
            </a:lvl3pPr>
            <a:lvl4pPr marL="166688" indent="-166688">
              <a:buClr>
                <a:schemeClr val="accent1"/>
              </a:buClr>
              <a:defRPr>
                <a:solidFill>
                  <a:schemeClr val="tx1"/>
                </a:solidFill>
              </a:defRPr>
            </a:lvl4pPr>
            <a:lvl5pPr marL="403225" indent="-171450">
              <a:buFont typeface="Arial" panose="020B0604020202020204" pitchFamily="34" charset="0"/>
              <a:buChar cha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p:nvPr userDrawn="1"/>
        </p:nvCxnSpPr>
        <p:spPr>
          <a:xfrm>
            <a:off x="457200" y="872066"/>
            <a:ext cx="840105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8746586"/>
      </p:ext>
    </p:extLst>
  </p:cSld>
  <p:clrMapOvr>
    <a:masterClrMapping/>
  </p:clrMapOvr>
  <p:transition>
    <p:fade/>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p>
            <a:pPr algn="r"/>
            <a:fld id="{F18F5FCC-583C-47C6-9953-2F6AD74D46AE}" type="slidenum">
              <a:rPr lang="en-US" smtClean="0"/>
              <a:pPr algn="r"/>
              <a:t>‹#›</a:t>
            </a:fld>
            <a:endParaRPr lang="en-US" dirty="0"/>
          </a:p>
        </p:txBody>
      </p:sp>
      <p:sp>
        <p:nvSpPr>
          <p:cNvPr id="5" name="Text Placeholder 4"/>
          <p:cNvSpPr>
            <a:spLocks noGrp="1"/>
          </p:cNvSpPr>
          <p:nvPr>
            <p:ph type="body" sz="quarter" idx="11"/>
          </p:nvPr>
        </p:nvSpPr>
        <p:spPr>
          <a:xfrm>
            <a:off x="457200" y="1015603"/>
            <a:ext cx="8401050" cy="3594497"/>
          </a:xfrm>
        </p:spPr>
        <p:txBody>
          <a:bodyPr/>
          <a:lstStyle>
            <a:lvl2pPr marL="171450" indent="-171450">
              <a:defRPr/>
            </a:lvl2pPr>
            <a:lvl3pPr marL="403225" indent="-165100">
              <a:defRPr/>
            </a:lvl3pPr>
            <a:lvl4pPr marL="628650" indent="-171450">
              <a:defRPr/>
            </a:lvl4pPr>
            <a:lvl5pPr marL="914400" indent="-227013">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6" name="Straight Connector 5"/>
          <p:cNvCxnSpPr/>
          <p:nvPr userDrawn="1"/>
        </p:nvCxnSpPr>
        <p:spPr>
          <a:xfrm>
            <a:off x="457200" y="872066"/>
            <a:ext cx="840105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07817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1 - 2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Slide Number Placeholder 2"/>
          <p:cNvSpPr>
            <a:spLocks noGrp="1"/>
          </p:cNvSpPr>
          <p:nvPr>
            <p:ph type="sldNum" sz="quarter" idx="10"/>
          </p:nvPr>
        </p:nvSpPr>
        <p:spPr/>
        <p:txBody>
          <a:bodyPr/>
          <a:lstStyle/>
          <a:p>
            <a:pPr algn="r"/>
            <a:fld id="{F18F5FCC-583C-47C6-9953-2F6AD74D46AE}" type="slidenum">
              <a:rPr lang="en-US" smtClean="0"/>
              <a:pPr algn="r"/>
              <a:t>‹#›</a:t>
            </a:fld>
            <a:endParaRPr lang="en-US" dirty="0"/>
          </a:p>
        </p:txBody>
      </p:sp>
      <p:sp>
        <p:nvSpPr>
          <p:cNvPr id="5" name="Text Placeholder 4"/>
          <p:cNvSpPr>
            <a:spLocks noGrp="1"/>
          </p:cNvSpPr>
          <p:nvPr>
            <p:ph type="body" sz="quarter" idx="11"/>
          </p:nvPr>
        </p:nvSpPr>
        <p:spPr>
          <a:xfrm>
            <a:off x="457200" y="1015603"/>
            <a:ext cx="3886200" cy="3594497"/>
          </a:xfrm>
        </p:spPr>
        <p:txBody>
          <a:bodyPr/>
          <a:lstStyle>
            <a:lvl2pPr marL="171450" indent="-171450">
              <a:defRPr/>
            </a:lvl2pPr>
            <a:lvl3pPr marL="403225" indent="-165100">
              <a:defRPr/>
            </a:lvl3pPr>
            <a:lvl4pPr marL="628650" indent="-171450">
              <a:defRPr/>
            </a:lvl4pPr>
            <a:lvl5pPr marL="914400" indent="-227013">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Text Placeholder 4"/>
          <p:cNvSpPr>
            <a:spLocks noGrp="1"/>
          </p:cNvSpPr>
          <p:nvPr>
            <p:ph type="body" sz="quarter" idx="12"/>
          </p:nvPr>
        </p:nvSpPr>
        <p:spPr>
          <a:xfrm>
            <a:off x="4788128" y="1015603"/>
            <a:ext cx="4059237" cy="3594497"/>
          </a:xfrm>
        </p:spPr>
        <p:txBody>
          <a:bodyPr/>
          <a:lstStyle>
            <a:lvl2pPr marL="171450" indent="-171450">
              <a:defRPr/>
            </a:lvl2pPr>
            <a:lvl3pPr marL="403225" indent="-165100">
              <a:defRPr/>
            </a:lvl3pPr>
            <a:lvl4pPr marL="628650" indent="-171450">
              <a:defRPr/>
            </a:lvl4pPr>
            <a:lvl5pPr marL="914400" indent="-227013">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7" name="Straight Connector 6"/>
          <p:cNvCxnSpPr/>
          <p:nvPr userDrawn="1"/>
        </p:nvCxnSpPr>
        <p:spPr>
          <a:xfrm>
            <a:off x="457200" y="872066"/>
            <a:ext cx="840105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5382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and content 2">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452920" y="1015604"/>
            <a:ext cx="8396863" cy="3579019"/>
          </a:xfrm>
        </p:spPr>
        <p:txBody>
          <a:bodyPr/>
          <a:lstStyle>
            <a:lvl2pPr>
              <a:spcBef>
                <a:spcPts val="0"/>
              </a:spcBef>
              <a:spcAft>
                <a:spcPts val="600"/>
              </a:spcAft>
              <a:defRPr/>
            </a:lvl2pPr>
            <a:lvl3pPr>
              <a:spcBef>
                <a:spcPts val="0"/>
              </a:spcBef>
              <a:spcAft>
                <a:spcPts val="600"/>
              </a:spcAft>
              <a:defRPr/>
            </a:lvl3pPr>
            <a:lvl4pPr>
              <a:spcBef>
                <a:spcPts val="0"/>
              </a:spcBef>
              <a:spcAft>
                <a:spcPts val="400"/>
              </a:spcAft>
              <a:defRPr/>
            </a:lvl4pPr>
            <a:lvl5pPr>
              <a:spcBef>
                <a:spcPts val="0"/>
              </a:spcBef>
              <a:spcAft>
                <a:spcPts val="400"/>
              </a:spcAf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12"/>
          </p:nvPr>
        </p:nvSpPr>
        <p:spPr/>
        <p:txBody>
          <a:bodyPr/>
          <a:lstStyle>
            <a:lvl1pPr algn="r">
              <a:defRPr/>
            </a:lvl1pPr>
          </a:lstStyle>
          <a:p>
            <a:fld id="{F18F5FCC-583C-47C6-9953-2F6AD74D46AE}" type="slidenum">
              <a:rPr lang="en-US" smtClean="0"/>
              <a:pPr/>
              <a:t>‹#›</a:t>
            </a:fld>
            <a:endParaRPr lang="en-US" dirty="0"/>
          </a:p>
        </p:txBody>
      </p:sp>
      <p:cxnSp>
        <p:nvCxnSpPr>
          <p:cNvPr id="5" name="Straight Connector 4"/>
          <p:cNvCxnSpPr/>
          <p:nvPr userDrawn="1"/>
        </p:nvCxnSpPr>
        <p:spPr>
          <a:xfrm>
            <a:off x="457200" y="872066"/>
            <a:ext cx="840105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8341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2 - 2 column">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15604"/>
            <a:ext cx="3886201" cy="3579019"/>
          </a:xfrm>
        </p:spPr>
        <p:txBody>
          <a:bodyPr/>
          <a:lstStyle>
            <a:lvl2pPr>
              <a:spcBef>
                <a:spcPts val="0"/>
              </a:spcBef>
              <a:spcAft>
                <a:spcPts val="600"/>
              </a:spcAft>
              <a:defRPr/>
            </a:lvl2pPr>
            <a:lvl3pPr>
              <a:spcBef>
                <a:spcPts val="0"/>
              </a:spcBef>
              <a:spcAft>
                <a:spcPts val="600"/>
              </a:spcAft>
              <a:defRPr/>
            </a:lvl3pPr>
            <a:lvl4pPr>
              <a:spcBef>
                <a:spcPts val="0"/>
              </a:spcBef>
              <a:spcAft>
                <a:spcPts val="400"/>
              </a:spcAft>
              <a:defRPr/>
            </a:lvl4pPr>
            <a:lvl5pPr>
              <a:spcBef>
                <a:spcPts val="0"/>
              </a:spcBef>
              <a:spcAft>
                <a:spcPts val="400"/>
              </a:spcAf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12"/>
          </p:nvPr>
        </p:nvSpPr>
        <p:spPr/>
        <p:txBody>
          <a:bodyPr/>
          <a:lstStyle>
            <a:lvl1pPr algn="r">
              <a:defRPr/>
            </a:lvl1pPr>
          </a:lstStyle>
          <a:p>
            <a:fld id="{F18F5FCC-583C-47C6-9953-2F6AD74D46AE}" type="slidenum">
              <a:rPr lang="en-US" smtClean="0"/>
              <a:pPr/>
              <a:t>‹#›</a:t>
            </a:fld>
            <a:endParaRPr lang="en-US" dirty="0"/>
          </a:p>
        </p:txBody>
      </p:sp>
      <p:sp>
        <p:nvSpPr>
          <p:cNvPr id="5" name="Content Placeholder 2"/>
          <p:cNvSpPr>
            <a:spLocks noGrp="1"/>
          </p:cNvSpPr>
          <p:nvPr>
            <p:ph idx="13"/>
          </p:nvPr>
        </p:nvSpPr>
        <p:spPr>
          <a:xfrm>
            <a:off x="4800600" y="1015604"/>
            <a:ext cx="4059238" cy="3579019"/>
          </a:xfrm>
        </p:spPr>
        <p:txBody>
          <a:bodyPr/>
          <a:lstStyle>
            <a:lvl2pPr>
              <a:spcBef>
                <a:spcPts val="0"/>
              </a:spcBef>
              <a:spcAft>
                <a:spcPts val="600"/>
              </a:spcAft>
              <a:defRPr/>
            </a:lvl2pPr>
            <a:lvl3pPr>
              <a:spcBef>
                <a:spcPts val="0"/>
              </a:spcBef>
              <a:spcAft>
                <a:spcPts val="600"/>
              </a:spcAft>
              <a:defRPr/>
            </a:lvl3pPr>
            <a:lvl4pPr>
              <a:spcBef>
                <a:spcPts val="0"/>
              </a:spcBef>
              <a:spcAft>
                <a:spcPts val="400"/>
              </a:spcAft>
              <a:defRPr/>
            </a:lvl4pPr>
            <a:lvl5pPr>
              <a:spcBef>
                <a:spcPts val="0"/>
              </a:spcBef>
              <a:spcAft>
                <a:spcPts val="400"/>
              </a:spcAf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itle 3"/>
          <p:cNvSpPr>
            <a:spLocks noGrp="1"/>
          </p:cNvSpPr>
          <p:nvPr>
            <p:ph type="title"/>
          </p:nvPr>
        </p:nvSpPr>
        <p:spPr/>
        <p:txBody>
          <a:bodyPr/>
          <a:lstStyle/>
          <a:p>
            <a:r>
              <a:rPr lang="en-US" smtClean="0"/>
              <a:t>Click to edit Master title style</a:t>
            </a:r>
            <a:endParaRPr lang="en-US"/>
          </a:p>
        </p:txBody>
      </p:sp>
      <p:cxnSp>
        <p:nvCxnSpPr>
          <p:cNvPr id="7" name="Straight Connector 6"/>
          <p:cNvCxnSpPr/>
          <p:nvPr userDrawn="1"/>
        </p:nvCxnSpPr>
        <p:spPr>
          <a:xfrm>
            <a:off x="457200" y="872066"/>
            <a:ext cx="840105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06489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ubtitle and content 1">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55614" y="1233487"/>
            <a:ext cx="8402637" cy="3376613"/>
          </a:xfrm>
        </p:spPr>
        <p:txBody>
          <a:bodyPr/>
          <a:lstStyle>
            <a:lvl1pPr>
              <a:defRPr b="1">
                <a:solidFill>
                  <a:schemeClr val="accent4"/>
                </a:solidFill>
              </a:defRPr>
            </a:lvl1pPr>
            <a:lvl2pPr marL="0" indent="0">
              <a:buNone/>
              <a:defRPr>
                <a:solidFill>
                  <a:schemeClr val="tx1"/>
                </a:solidFill>
              </a:defRPr>
            </a:lvl2pPr>
            <a:lvl3pPr marL="168275" marR="0" indent="0" algn="l" defTabSz="685754" rtl="0" eaLnBrk="1" fontAlgn="auto" latinLnBrk="0" hangingPunct="1">
              <a:lnSpc>
                <a:spcPct val="95000"/>
              </a:lnSpc>
              <a:spcBef>
                <a:spcPts val="600"/>
              </a:spcBef>
              <a:spcAft>
                <a:spcPts val="400"/>
              </a:spcAft>
              <a:buClrTx/>
              <a:buSzPct val="90000"/>
              <a:buFont typeface="Arial" pitchFamily="34" charset="0"/>
              <a:buNone/>
              <a:tabLst/>
              <a:defRPr lang="en-US" sz="1800" kern="1200" spc="0" baseline="0" dirty="0" smtClean="0">
                <a:solidFill>
                  <a:schemeClr val="tx1"/>
                </a:solidFill>
                <a:latin typeface="+mj-lt"/>
                <a:ea typeface="+mn-ea"/>
                <a:cs typeface="+mn-cs"/>
              </a:defRPr>
            </a:lvl3pPr>
            <a:lvl4pPr marL="166688" indent="-166688">
              <a:buClr>
                <a:schemeClr val="accent1"/>
              </a:buClr>
              <a:defRPr>
                <a:solidFill>
                  <a:schemeClr val="tx1"/>
                </a:solidFill>
              </a:defRPr>
            </a:lvl4pPr>
            <a:lvl5pPr marL="403225" indent="-171450">
              <a:buFont typeface="Arial" panose="020B0604020202020204" pitchFamily="34" charset="0"/>
              <a:buChar cha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Slide Number Placeholder 2"/>
          <p:cNvSpPr>
            <a:spLocks noGrp="1"/>
          </p:cNvSpPr>
          <p:nvPr>
            <p:ph type="sldNum" sz="quarter" idx="11"/>
          </p:nvPr>
        </p:nvSpPr>
        <p:spPr/>
        <p:txBody>
          <a:bodyPr/>
          <a:lstStyle/>
          <a:p>
            <a:pPr algn="r"/>
            <a:fld id="{F18F5FCC-583C-47C6-9953-2F6AD74D46AE}" type="slidenum">
              <a:rPr lang="en-US" smtClean="0"/>
              <a:pPr algn="r"/>
              <a:t>‹#›</a:t>
            </a:fld>
            <a:endParaRPr lang="en-US" dirty="0"/>
          </a:p>
        </p:txBody>
      </p:sp>
      <p:sp>
        <p:nvSpPr>
          <p:cNvPr id="6" name="Text Placeholder 5"/>
          <p:cNvSpPr>
            <a:spLocks noGrp="1"/>
          </p:cNvSpPr>
          <p:nvPr>
            <p:ph type="body" sz="quarter" idx="12"/>
          </p:nvPr>
        </p:nvSpPr>
        <p:spPr>
          <a:xfrm>
            <a:off x="457202" y="735223"/>
            <a:ext cx="8401081" cy="383381"/>
          </a:xfrm>
        </p:spPr>
        <p:txBody>
          <a:bodyPr/>
          <a:lstStyle>
            <a:lvl1pPr>
              <a:defRPr>
                <a:solidFill>
                  <a:schemeClr val="accent4"/>
                </a:solidFill>
              </a:defRPr>
            </a:lvl1pPr>
          </a:lstStyle>
          <a:p>
            <a:pPr lvl="0"/>
            <a:r>
              <a:rPr lang="en-US" smtClean="0"/>
              <a:t>Click to edit Master text styles</a:t>
            </a:r>
          </a:p>
        </p:txBody>
      </p:sp>
      <p:cxnSp>
        <p:nvCxnSpPr>
          <p:cNvPr id="7" name="Straight Connector 6"/>
          <p:cNvCxnSpPr/>
          <p:nvPr userDrawn="1"/>
        </p:nvCxnSpPr>
        <p:spPr>
          <a:xfrm>
            <a:off x="457200" y="1126066"/>
            <a:ext cx="840105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 name="Title 4"/>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314220104"/>
      </p:ext>
    </p:extLst>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ubtitle and content 1 - 2 column">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55614" y="1233487"/>
            <a:ext cx="3978871" cy="3376613"/>
          </a:xfrm>
        </p:spPr>
        <p:txBody>
          <a:bodyPr/>
          <a:lstStyle>
            <a:lvl1pPr>
              <a:defRPr b="1">
                <a:solidFill>
                  <a:schemeClr val="accent4"/>
                </a:solidFill>
              </a:defRPr>
            </a:lvl1pPr>
            <a:lvl2pPr marL="0" indent="0">
              <a:buNone/>
              <a:defRPr>
                <a:solidFill>
                  <a:schemeClr val="tx1"/>
                </a:solidFill>
              </a:defRPr>
            </a:lvl2pPr>
            <a:lvl3pPr marL="168275" marR="0" indent="0" algn="l" defTabSz="685754" rtl="0" eaLnBrk="1" fontAlgn="auto" latinLnBrk="0" hangingPunct="1">
              <a:lnSpc>
                <a:spcPct val="95000"/>
              </a:lnSpc>
              <a:spcBef>
                <a:spcPts val="600"/>
              </a:spcBef>
              <a:spcAft>
                <a:spcPts val="400"/>
              </a:spcAft>
              <a:buClrTx/>
              <a:buSzPct val="90000"/>
              <a:buFont typeface="Arial" pitchFamily="34" charset="0"/>
              <a:buNone/>
              <a:tabLst/>
              <a:defRPr lang="en-US" sz="1800" kern="1200" spc="0" baseline="0" dirty="0" smtClean="0">
                <a:solidFill>
                  <a:schemeClr val="tx1"/>
                </a:solidFill>
                <a:latin typeface="+mj-lt"/>
                <a:ea typeface="+mn-ea"/>
                <a:cs typeface="+mn-cs"/>
              </a:defRPr>
            </a:lvl3pPr>
            <a:lvl4pPr marL="166688" indent="-166688">
              <a:buClr>
                <a:schemeClr val="accent1"/>
              </a:buClr>
              <a:defRPr>
                <a:solidFill>
                  <a:schemeClr val="tx1"/>
                </a:solidFill>
              </a:defRPr>
            </a:lvl4pPr>
            <a:lvl5pPr marL="403225" indent="-171450">
              <a:buFont typeface="Arial" panose="020B0604020202020204" pitchFamily="34" charset="0"/>
              <a:buChar cha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3" name="Slide Number Placeholder 2"/>
          <p:cNvSpPr>
            <a:spLocks noGrp="1"/>
          </p:cNvSpPr>
          <p:nvPr>
            <p:ph type="sldNum" sz="quarter" idx="11"/>
          </p:nvPr>
        </p:nvSpPr>
        <p:spPr/>
        <p:txBody>
          <a:bodyPr/>
          <a:lstStyle/>
          <a:p>
            <a:pPr algn="r"/>
            <a:fld id="{F18F5FCC-583C-47C6-9953-2F6AD74D46AE}" type="slidenum">
              <a:rPr lang="en-US" smtClean="0"/>
              <a:pPr algn="r"/>
              <a:t>‹#›</a:t>
            </a:fld>
            <a:endParaRPr lang="en-US" dirty="0"/>
          </a:p>
        </p:txBody>
      </p:sp>
      <p:sp>
        <p:nvSpPr>
          <p:cNvPr id="6" name="Text Placeholder 5"/>
          <p:cNvSpPr>
            <a:spLocks noGrp="1"/>
          </p:cNvSpPr>
          <p:nvPr>
            <p:ph type="body" sz="quarter" idx="12"/>
          </p:nvPr>
        </p:nvSpPr>
        <p:spPr>
          <a:xfrm>
            <a:off x="457201" y="735309"/>
            <a:ext cx="8401049" cy="383381"/>
          </a:xfrm>
        </p:spPr>
        <p:txBody>
          <a:bodyPr/>
          <a:lstStyle>
            <a:lvl1pPr>
              <a:defRPr>
                <a:solidFill>
                  <a:schemeClr val="accent4"/>
                </a:solidFill>
              </a:defRPr>
            </a:lvl1pPr>
          </a:lstStyle>
          <a:p>
            <a:pPr lvl="0"/>
            <a:r>
              <a:rPr lang="en-US" smtClean="0"/>
              <a:t>Click to edit Master text styles</a:t>
            </a:r>
          </a:p>
        </p:txBody>
      </p:sp>
      <p:sp>
        <p:nvSpPr>
          <p:cNvPr id="7" name="Text Placeholder 3"/>
          <p:cNvSpPr>
            <a:spLocks noGrp="1"/>
          </p:cNvSpPr>
          <p:nvPr>
            <p:ph type="body" sz="quarter" idx="13"/>
          </p:nvPr>
        </p:nvSpPr>
        <p:spPr>
          <a:xfrm>
            <a:off x="4786540" y="1233487"/>
            <a:ext cx="4060825" cy="3376613"/>
          </a:xfrm>
        </p:spPr>
        <p:txBody>
          <a:bodyPr/>
          <a:lstStyle>
            <a:lvl1pPr>
              <a:defRPr b="1">
                <a:solidFill>
                  <a:schemeClr val="accent4"/>
                </a:solidFill>
              </a:defRPr>
            </a:lvl1pPr>
            <a:lvl2pPr marL="0" indent="0">
              <a:buNone/>
              <a:defRPr>
                <a:solidFill>
                  <a:schemeClr val="tx1"/>
                </a:solidFill>
              </a:defRPr>
            </a:lvl2pPr>
            <a:lvl3pPr marL="168275" marR="0" indent="0" algn="l" defTabSz="685754" rtl="0" eaLnBrk="1" fontAlgn="auto" latinLnBrk="0" hangingPunct="1">
              <a:lnSpc>
                <a:spcPct val="95000"/>
              </a:lnSpc>
              <a:spcBef>
                <a:spcPts val="600"/>
              </a:spcBef>
              <a:spcAft>
                <a:spcPts val="400"/>
              </a:spcAft>
              <a:buClrTx/>
              <a:buSzPct val="90000"/>
              <a:buFont typeface="Arial" pitchFamily="34" charset="0"/>
              <a:buNone/>
              <a:tabLst/>
              <a:defRPr lang="en-US" sz="1800" kern="1200" spc="0" baseline="0" dirty="0" smtClean="0">
                <a:solidFill>
                  <a:schemeClr val="tx1"/>
                </a:solidFill>
                <a:latin typeface="+mj-lt"/>
                <a:ea typeface="+mn-ea"/>
                <a:cs typeface="+mn-cs"/>
              </a:defRPr>
            </a:lvl3pPr>
            <a:lvl4pPr marL="166688" indent="-166688">
              <a:buClr>
                <a:schemeClr val="accent1"/>
              </a:buClr>
              <a:defRPr>
                <a:solidFill>
                  <a:schemeClr val="tx1"/>
                </a:solidFill>
              </a:defRPr>
            </a:lvl4pPr>
            <a:lvl5pPr marL="403225" indent="-171450">
              <a:buFont typeface="Arial" panose="020B0604020202020204" pitchFamily="34" charset="0"/>
              <a:buChar cha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p:nvPr userDrawn="1"/>
        </p:nvCxnSpPr>
        <p:spPr>
          <a:xfrm>
            <a:off x="457200" y="1126066"/>
            <a:ext cx="840105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5" name="Title 4"/>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783765637"/>
      </p:ext>
    </p:extLst>
  </p:cSld>
  <p:clrMapOvr>
    <a:masterClrMapping/>
  </p:clrMapOvr>
  <p:transition>
    <p:fade/>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and content 2">
    <p:spTree>
      <p:nvGrpSpPr>
        <p:cNvPr id="1" name=""/>
        <p:cNvGrpSpPr/>
        <p:nvPr/>
      </p:nvGrpSpPr>
      <p:grpSpPr>
        <a:xfrm>
          <a:off x="0" y="0"/>
          <a:ext cx="0" cy="0"/>
          <a:chOff x="0" y="0"/>
          <a:chExt cx="0" cy="0"/>
        </a:xfrm>
      </p:grpSpPr>
      <p:sp>
        <p:nvSpPr>
          <p:cNvPr id="3" name="Content Placeholder 2"/>
          <p:cNvSpPr>
            <a:spLocks noGrp="1"/>
          </p:cNvSpPr>
          <p:nvPr>
            <p:ph idx="1"/>
          </p:nvPr>
        </p:nvSpPr>
        <p:spPr>
          <a:xfrm>
            <a:off x="461387" y="1233488"/>
            <a:ext cx="8396863" cy="3361135"/>
          </a:xfrm>
        </p:spPr>
        <p:txBody>
          <a:bodyPr/>
          <a:lstStyle>
            <a:lvl1pPr>
              <a:defRPr b="1">
                <a:solidFill>
                  <a:schemeClr val="accent4"/>
                </a:solidFill>
              </a:defRPr>
            </a:lvl1pPr>
            <a:lvl2pPr marL="176213" indent="-176213">
              <a:spcBef>
                <a:spcPts val="0"/>
              </a:spcBef>
              <a:spcAft>
                <a:spcPts val="600"/>
              </a:spcAft>
              <a:defRPr/>
            </a:lvl2pPr>
            <a:lvl3pPr marL="403225" indent="-165100">
              <a:spcBef>
                <a:spcPts val="0"/>
              </a:spcBef>
              <a:spcAft>
                <a:spcPts val="600"/>
              </a:spcAft>
              <a:defRPr/>
            </a:lvl3pPr>
            <a:lvl4pPr marL="628650" indent="-171450">
              <a:spcBef>
                <a:spcPts val="0"/>
              </a:spcBef>
              <a:spcAft>
                <a:spcPts val="400"/>
              </a:spcAft>
              <a:defRPr/>
            </a:lvl4pPr>
            <a:lvl5pPr marL="914400" indent="-227013">
              <a:spcBef>
                <a:spcPts val="0"/>
              </a:spcBef>
              <a:spcAft>
                <a:spcPts val="400"/>
              </a:spcAf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12"/>
          </p:nvPr>
        </p:nvSpPr>
        <p:spPr/>
        <p:txBody>
          <a:bodyPr/>
          <a:lstStyle>
            <a:lvl1pPr algn="r">
              <a:defRPr/>
            </a:lvl1pPr>
          </a:lstStyle>
          <a:p>
            <a:fld id="{F18F5FCC-583C-47C6-9953-2F6AD74D46AE}" type="slidenum">
              <a:rPr lang="en-US" smtClean="0"/>
              <a:pPr/>
              <a:t>‹#›</a:t>
            </a:fld>
            <a:endParaRPr lang="en-US" dirty="0"/>
          </a:p>
        </p:txBody>
      </p:sp>
      <p:sp>
        <p:nvSpPr>
          <p:cNvPr id="5" name="Text Placeholder 4"/>
          <p:cNvSpPr>
            <a:spLocks noGrp="1"/>
          </p:cNvSpPr>
          <p:nvPr>
            <p:ph type="body" sz="quarter" idx="13"/>
          </p:nvPr>
        </p:nvSpPr>
        <p:spPr>
          <a:xfrm>
            <a:off x="457201" y="736864"/>
            <a:ext cx="8401049" cy="302419"/>
          </a:xfrm>
        </p:spPr>
        <p:txBody>
          <a:bodyPr/>
          <a:lstStyle>
            <a:lvl1pPr>
              <a:defRPr>
                <a:solidFill>
                  <a:schemeClr val="accent4"/>
                </a:solidFill>
              </a:defRPr>
            </a:lvl1pPr>
          </a:lstStyle>
          <a:p>
            <a:pPr lvl="0"/>
            <a:r>
              <a:rPr lang="en-US" smtClean="0"/>
              <a:t>Click to edit Master text styles</a:t>
            </a:r>
          </a:p>
        </p:txBody>
      </p:sp>
      <p:cxnSp>
        <p:nvCxnSpPr>
          <p:cNvPr id="7" name="Straight Connector 6"/>
          <p:cNvCxnSpPr/>
          <p:nvPr userDrawn="1"/>
        </p:nvCxnSpPr>
        <p:spPr>
          <a:xfrm>
            <a:off x="457200" y="1126066"/>
            <a:ext cx="840105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626539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and content 2 - 2 column">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551" y="1233488"/>
            <a:ext cx="3975730" cy="3361135"/>
          </a:xfrm>
        </p:spPr>
        <p:txBody>
          <a:bodyPr/>
          <a:lstStyle>
            <a:lvl1pPr>
              <a:defRPr b="1">
                <a:solidFill>
                  <a:schemeClr val="accent4"/>
                </a:solidFill>
              </a:defRPr>
            </a:lvl1pPr>
            <a:lvl2pPr marL="176213" indent="-176213">
              <a:spcBef>
                <a:spcPts val="0"/>
              </a:spcBef>
              <a:spcAft>
                <a:spcPts val="600"/>
              </a:spcAft>
              <a:defRPr/>
            </a:lvl2pPr>
            <a:lvl3pPr marL="403225" indent="-165100">
              <a:spcBef>
                <a:spcPts val="0"/>
              </a:spcBef>
              <a:spcAft>
                <a:spcPts val="600"/>
              </a:spcAft>
              <a:defRPr/>
            </a:lvl3pPr>
            <a:lvl4pPr marL="628650" indent="-171450">
              <a:spcBef>
                <a:spcPts val="0"/>
              </a:spcBef>
              <a:spcAft>
                <a:spcPts val="400"/>
              </a:spcAft>
              <a:defRPr/>
            </a:lvl4pPr>
            <a:lvl5pPr marL="914400" indent="-227013">
              <a:spcBef>
                <a:spcPts val="0"/>
              </a:spcBef>
              <a:spcAft>
                <a:spcPts val="400"/>
              </a:spcAf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12"/>
          </p:nvPr>
        </p:nvSpPr>
        <p:spPr/>
        <p:txBody>
          <a:bodyPr/>
          <a:lstStyle>
            <a:lvl1pPr algn="r">
              <a:defRPr/>
            </a:lvl1pPr>
          </a:lstStyle>
          <a:p>
            <a:fld id="{F18F5FCC-583C-47C6-9953-2F6AD74D46AE}" type="slidenum">
              <a:rPr lang="en-US" smtClean="0"/>
              <a:pPr/>
              <a:t>‹#›</a:t>
            </a:fld>
            <a:endParaRPr lang="en-US" dirty="0"/>
          </a:p>
        </p:txBody>
      </p:sp>
      <p:sp>
        <p:nvSpPr>
          <p:cNvPr id="5" name="Text Placeholder 4"/>
          <p:cNvSpPr>
            <a:spLocks noGrp="1"/>
          </p:cNvSpPr>
          <p:nvPr>
            <p:ph type="body" sz="quarter" idx="13"/>
          </p:nvPr>
        </p:nvSpPr>
        <p:spPr>
          <a:xfrm>
            <a:off x="460551" y="739632"/>
            <a:ext cx="8397700" cy="302419"/>
          </a:xfrm>
        </p:spPr>
        <p:txBody>
          <a:bodyPr/>
          <a:lstStyle>
            <a:lvl1pPr>
              <a:defRPr>
                <a:solidFill>
                  <a:schemeClr val="accent4"/>
                </a:solidFill>
              </a:defRPr>
            </a:lvl1pPr>
          </a:lstStyle>
          <a:p>
            <a:pPr lvl="0"/>
            <a:r>
              <a:rPr lang="en-US" smtClean="0"/>
              <a:t>Click to edit Master text styles</a:t>
            </a:r>
          </a:p>
        </p:txBody>
      </p:sp>
      <p:sp>
        <p:nvSpPr>
          <p:cNvPr id="7" name="Content Placeholder 2"/>
          <p:cNvSpPr>
            <a:spLocks noGrp="1"/>
          </p:cNvSpPr>
          <p:nvPr>
            <p:ph idx="14"/>
          </p:nvPr>
        </p:nvSpPr>
        <p:spPr>
          <a:xfrm>
            <a:off x="4788126" y="1233488"/>
            <a:ext cx="4059238" cy="3361135"/>
          </a:xfrm>
        </p:spPr>
        <p:txBody>
          <a:bodyPr/>
          <a:lstStyle>
            <a:lvl1pPr>
              <a:defRPr b="1">
                <a:solidFill>
                  <a:schemeClr val="accent4"/>
                </a:solidFill>
              </a:defRPr>
            </a:lvl1pPr>
            <a:lvl2pPr marL="176213" indent="-176213">
              <a:spcBef>
                <a:spcPts val="0"/>
              </a:spcBef>
              <a:spcAft>
                <a:spcPts val="600"/>
              </a:spcAft>
              <a:defRPr/>
            </a:lvl2pPr>
            <a:lvl3pPr marL="403225" indent="-165100">
              <a:spcBef>
                <a:spcPts val="0"/>
              </a:spcBef>
              <a:spcAft>
                <a:spcPts val="600"/>
              </a:spcAft>
              <a:defRPr/>
            </a:lvl3pPr>
            <a:lvl4pPr marL="628650" indent="-171450">
              <a:spcBef>
                <a:spcPts val="0"/>
              </a:spcBef>
              <a:spcAft>
                <a:spcPts val="400"/>
              </a:spcAft>
              <a:defRPr/>
            </a:lvl4pPr>
            <a:lvl5pPr marL="914400" indent="-227013">
              <a:spcBef>
                <a:spcPts val="0"/>
              </a:spcBef>
              <a:spcAft>
                <a:spcPts val="400"/>
              </a:spcAf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p:nvPr userDrawn="1"/>
        </p:nvCxnSpPr>
        <p:spPr>
          <a:xfrm>
            <a:off x="457200" y="1126066"/>
            <a:ext cx="840105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4" name="Title 3"/>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2326291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ubtitle and content 3">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lgn="r">
              <a:defRPr/>
            </a:lvl1pPr>
          </a:lstStyle>
          <a:p>
            <a:fld id="{F18F5FCC-583C-47C6-9953-2F6AD74D46AE}" type="slidenum">
              <a:rPr lang="en-US" smtClean="0"/>
              <a:pPr/>
              <a:t>‹#›</a:t>
            </a:fld>
            <a:endParaRPr lang="en-US" dirty="0"/>
          </a:p>
        </p:txBody>
      </p:sp>
      <p:sp>
        <p:nvSpPr>
          <p:cNvPr id="5" name="Text Placeholder 4"/>
          <p:cNvSpPr>
            <a:spLocks noGrp="1"/>
          </p:cNvSpPr>
          <p:nvPr>
            <p:ph type="body" sz="quarter" idx="13"/>
          </p:nvPr>
        </p:nvSpPr>
        <p:spPr>
          <a:xfrm>
            <a:off x="457201" y="739632"/>
            <a:ext cx="8401049" cy="302419"/>
          </a:xfrm>
        </p:spPr>
        <p:txBody>
          <a:bodyPr/>
          <a:lstStyle>
            <a:lvl1pPr>
              <a:defRPr>
                <a:solidFill>
                  <a:schemeClr val="accent4"/>
                </a:solidFill>
              </a:defRPr>
            </a:lvl1pPr>
          </a:lstStyle>
          <a:p>
            <a:pPr lvl="0"/>
            <a:r>
              <a:rPr lang="en-US" smtClean="0"/>
              <a:t>Click to edit Master text styles</a:t>
            </a:r>
          </a:p>
        </p:txBody>
      </p:sp>
      <p:sp>
        <p:nvSpPr>
          <p:cNvPr id="7" name="Text Placeholder 6"/>
          <p:cNvSpPr>
            <a:spLocks noGrp="1"/>
          </p:cNvSpPr>
          <p:nvPr>
            <p:ph type="body" sz="quarter" idx="14"/>
          </p:nvPr>
        </p:nvSpPr>
        <p:spPr>
          <a:xfrm>
            <a:off x="457201" y="1233487"/>
            <a:ext cx="8401049" cy="3376613"/>
          </a:xfrm>
        </p:spPr>
        <p:txBody>
          <a:bodyPr/>
          <a:lstStyle>
            <a:lvl1pPr marL="228600" indent="-228600">
              <a:buClr>
                <a:schemeClr val="accent1"/>
              </a:buClr>
              <a:buFont typeface="Arial" panose="020B0604020202020204" pitchFamily="34" charset="0"/>
              <a:buChar char="•"/>
              <a:defRPr>
                <a:solidFill>
                  <a:schemeClr val="tx1"/>
                </a:solidFill>
              </a:defRPr>
            </a:lvl1pPr>
            <a:lvl2pPr marL="457200" indent="-173038">
              <a:buClr>
                <a:schemeClr val="tx1"/>
              </a:buClr>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8" name="Straight Connector 7"/>
          <p:cNvCxnSpPr/>
          <p:nvPr userDrawn="1"/>
        </p:nvCxnSpPr>
        <p:spPr>
          <a:xfrm>
            <a:off x="457200" y="1126066"/>
            <a:ext cx="840105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3" name="Title 2"/>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3102858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ubtitle and content 3 - 2 column">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lgn="r">
              <a:defRPr/>
            </a:lvl1pPr>
          </a:lstStyle>
          <a:p>
            <a:fld id="{F18F5FCC-583C-47C6-9953-2F6AD74D46AE}" type="slidenum">
              <a:rPr lang="en-US" smtClean="0"/>
              <a:pPr/>
              <a:t>‹#›</a:t>
            </a:fld>
            <a:endParaRPr lang="en-US" dirty="0"/>
          </a:p>
        </p:txBody>
      </p:sp>
      <p:sp>
        <p:nvSpPr>
          <p:cNvPr id="5" name="Text Placeholder 4"/>
          <p:cNvSpPr>
            <a:spLocks noGrp="1"/>
          </p:cNvSpPr>
          <p:nvPr>
            <p:ph type="body" sz="quarter" idx="13"/>
          </p:nvPr>
        </p:nvSpPr>
        <p:spPr>
          <a:xfrm>
            <a:off x="453193" y="736864"/>
            <a:ext cx="8394681" cy="302419"/>
          </a:xfrm>
        </p:spPr>
        <p:txBody>
          <a:bodyPr/>
          <a:lstStyle>
            <a:lvl1pPr>
              <a:defRPr>
                <a:solidFill>
                  <a:schemeClr val="accent4"/>
                </a:solidFill>
              </a:defRPr>
            </a:lvl1pPr>
          </a:lstStyle>
          <a:p>
            <a:pPr lvl="0"/>
            <a:r>
              <a:rPr lang="en-US" smtClean="0"/>
              <a:t>Click to edit Master text styles</a:t>
            </a:r>
          </a:p>
        </p:txBody>
      </p:sp>
      <p:sp>
        <p:nvSpPr>
          <p:cNvPr id="7" name="Text Placeholder 6"/>
          <p:cNvSpPr>
            <a:spLocks noGrp="1"/>
          </p:cNvSpPr>
          <p:nvPr>
            <p:ph type="body" sz="quarter" idx="14"/>
          </p:nvPr>
        </p:nvSpPr>
        <p:spPr>
          <a:xfrm>
            <a:off x="453193" y="1233487"/>
            <a:ext cx="3974301" cy="3376613"/>
          </a:xfrm>
        </p:spPr>
        <p:txBody>
          <a:bodyPr/>
          <a:lstStyle>
            <a:lvl1pPr marL="228600" indent="-228600">
              <a:buClr>
                <a:schemeClr val="accent1"/>
              </a:buClr>
              <a:buFont typeface="Arial" panose="020B0604020202020204" pitchFamily="34" charset="0"/>
              <a:buChar char="•"/>
              <a:defRPr>
                <a:solidFill>
                  <a:schemeClr val="tx1"/>
                </a:solidFill>
              </a:defRPr>
            </a:lvl1pPr>
            <a:lvl2pPr marL="457200" indent="-173038">
              <a:buClr>
                <a:schemeClr val="tx1"/>
              </a:buClr>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8" name="Text Placeholder 6"/>
          <p:cNvSpPr>
            <a:spLocks noGrp="1"/>
          </p:cNvSpPr>
          <p:nvPr>
            <p:ph type="body" sz="quarter" idx="15"/>
          </p:nvPr>
        </p:nvSpPr>
        <p:spPr>
          <a:xfrm>
            <a:off x="4799014" y="1233487"/>
            <a:ext cx="4059237" cy="3376613"/>
          </a:xfrm>
        </p:spPr>
        <p:txBody>
          <a:bodyPr/>
          <a:lstStyle>
            <a:lvl1pPr marL="228600" indent="-228600">
              <a:buClr>
                <a:schemeClr val="accent1"/>
              </a:buClr>
              <a:buFont typeface="Arial" panose="020B0604020202020204" pitchFamily="34" charset="0"/>
              <a:buChar char="•"/>
              <a:defRPr>
                <a:solidFill>
                  <a:schemeClr val="tx1"/>
                </a:solidFill>
              </a:defRPr>
            </a:lvl1pPr>
            <a:lvl2pPr marL="457200" indent="-173038">
              <a:buClr>
                <a:schemeClr val="tx1"/>
              </a:buClr>
              <a:defRPr/>
            </a:lvl2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cxnSp>
        <p:nvCxnSpPr>
          <p:cNvPr id="9" name="Straight Connector 8"/>
          <p:cNvCxnSpPr/>
          <p:nvPr userDrawn="1"/>
        </p:nvCxnSpPr>
        <p:spPr>
          <a:xfrm>
            <a:off x="457200" y="1126066"/>
            <a:ext cx="840105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9374535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lvl1pPr algn="r">
              <a:defRPr/>
            </a:lvl1pPr>
          </a:lstStyle>
          <a:p>
            <a:fld id="{F18F5FCC-583C-47C6-9953-2F6AD74D46AE}" type="slidenum">
              <a:rPr lang="en-US" smtClean="0"/>
              <a:pPr/>
              <a:t>‹#›</a:t>
            </a:fld>
            <a:endParaRPr lang="en-US"/>
          </a:p>
        </p:txBody>
      </p:sp>
      <p:sp>
        <p:nvSpPr>
          <p:cNvPr id="3" name="Title 2"/>
          <p:cNvSpPr>
            <a:spLocks noGrp="1"/>
          </p:cNvSpPr>
          <p:nvPr>
            <p:ph type="title"/>
          </p:nvPr>
        </p:nvSpPr>
        <p:spPr/>
        <p:txBody>
          <a:bodyPr/>
          <a:lstStyle/>
          <a:p>
            <a:r>
              <a:rPr lang="en-US" smtClean="0"/>
              <a:t>Click to edit Master title style</a:t>
            </a:r>
            <a:endParaRPr lang="en-US" dirty="0"/>
          </a:p>
        </p:txBody>
      </p:sp>
      <p:cxnSp>
        <p:nvCxnSpPr>
          <p:cNvPr id="4" name="Straight Connector 3"/>
          <p:cNvCxnSpPr/>
          <p:nvPr userDrawn="1"/>
        </p:nvCxnSpPr>
        <p:spPr>
          <a:xfrm>
            <a:off x="457200" y="872066"/>
            <a:ext cx="840105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50712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subtitle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lvl1pPr algn="r">
              <a:defRPr/>
            </a:lvl1pPr>
          </a:lstStyle>
          <a:p>
            <a:fld id="{F18F5FCC-583C-47C6-9953-2F6AD74D46AE}" type="slidenum">
              <a:rPr lang="en-US" smtClean="0"/>
              <a:pPr/>
              <a:t>‹#›</a:t>
            </a:fld>
            <a:endParaRPr lang="en-US" dirty="0"/>
          </a:p>
        </p:txBody>
      </p:sp>
      <p:sp>
        <p:nvSpPr>
          <p:cNvPr id="5" name="Text Placeholder 4"/>
          <p:cNvSpPr>
            <a:spLocks noGrp="1"/>
          </p:cNvSpPr>
          <p:nvPr>
            <p:ph type="body" sz="quarter" idx="13"/>
          </p:nvPr>
        </p:nvSpPr>
        <p:spPr>
          <a:xfrm>
            <a:off x="453542" y="739632"/>
            <a:ext cx="8404709" cy="302419"/>
          </a:xfrm>
        </p:spPr>
        <p:txBody>
          <a:bodyPr/>
          <a:lstStyle>
            <a:lvl1pPr>
              <a:defRPr>
                <a:solidFill>
                  <a:schemeClr val="accent4"/>
                </a:solidFill>
              </a:defRPr>
            </a:lvl1pPr>
          </a:lstStyle>
          <a:p>
            <a:pPr lvl="0"/>
            <a:r>
              <a:rPr lang="en-US" smtClean="0"/>
              <a:t>Click to edit Master text styles</a:t>
            </a:r>
          </a:p>
        </p:txBody>
      </p:sp>
      <p:cxnSp>
        <p:nvCxnSpPr>
          <p:cNvPr id="7" name="Straight Connector 6"/>
          <p:cNvCxnSpPr/>
          <p:nvPr userDrawn="1"/>
        </p:nvCxnSpPr>
        <p:spPr>
          <a:xfrm>
            <a:off x="457200" y="1126066"/>
            <a:ext cx="8401050" cy="0"/>
          </a:xfrm>
          <a:prstGeom prst="line">
            <a:avLst/>
          </a:prstGeom>
          <a:ln w="12700">
            <a:solidFill>
              <a:schemeClr val="accent5"/>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12058101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lgn="r">
              <a:defRPr/>
            </a:lvl1pPr>
          </a:lstStyle>
          <a:p>
            <a:fld id="{F18F5FCC-583C-47C6-9953-2F6AD74D46AE}" type="slidenum">
              <a:rPr lang="en-US" smtClean="0"/>
              <a:pPr/>
              <a:t>‹#›</a:t>
            </a:fld>
            <a:endParaRPr lang="en-US"/>
          </a:p>
        </p:txBody>
      </p:sp>
    </p:spTree>
    <p:extLst>
      <p:ext uri="{BB962C8B-B14F-4D97-AF65-F5344CB8AC3E}">
        <p14:creationId xmlns:p14="http://schemas.microsoft.com/office/powerpoint/2010/main" val="30368783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itle only, no logo">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lvl1pPr algn="r">
              <a:defRPr/>
            </a:lvl1pPr>
          </a:lstStyle>
          <a:p>
            <a:fld id="{F18F5FCC-583C-47C6-9953-2F6AD74D46AE}" type="slidenum">
              <a:rPr lang="en-US" smtClean="0"/>
              <a:pPr/>
              <a:t>‹#›</a:t>
            </a:fld>
            <a:endParaRPr lang="en-US"/>
          </a:p>
        </p:txBody>
      </p:sp>
      <p:sp>
        <p:nvSpPr>
          <p:cNvPr id="3" name="Title 2"/>
          <p:cNvSpPr>
            <a:spLocks noGrp="1"/>
          </p:cNvSpPr>
          <p:nvPr>
            <p:ph type="title"/>
          </p:nvPr>
        </p:nvSpPr>
        <p:spPr/>
        <p:txBody>
          <a:bodyPr/>
          <a:lstStyle/>
          <a:p>
            <a:r>
              <a:rPr lang="en-US" smtClean="0"/>
              <a:t>Click to edit Master title style</a:t>
            </a:r>
            <a:endParaRPr lang="en-US" dirty="0"/>
          </a:p>
        </p:txBody>
      </p:sp>
    </p:spTree>
    <p:extLst>
      <p:ext uri="{BB962C8B-B14F-4D97-AF65-F5344CB8AC3E}">
        <p14:creationId xmlns:p14="http://schemas.microsoft.com/office/powerpoint/2010/main" val="316309517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or section divider - accent 1B">
    <p:spTree>
      <p:nvGrpSpPr>
        <p:cNvPr id="1" name=""/>
        <p:cNvGrpSpPr/>
        <p:nvPr/>
      </p:nvGrpSpPr>
      <p:grpSpPr>
        <a:xfrm>
          <a:off x="0" y="0"/>
          <a:ext cx="0" cy="0"/>
          <a:chOff x="0" y="0"/>
          <a:chExt cx="0" cy="0"/>
        </a:xfrm>
      </p:grpSpPr>
      <p:sp>
        <p:nvSpPr>
          <p:cNvPr id="13" name="Rectangle 12"/>
          <p:cNvSpPr/>
          <p:nvPr userDrawn="1"/>
        </p:nvSpPr>
        <p:spPr bwMode="auto">
          <a:xfrm>
            <a:off x="4495800" y="4809613"/>
            <a:ext cx="4267200" cy="21958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11" name="Rectangle 10"/>
          <p:cNvSpPr/>
          <p:nvPr userDrawn="1"/>
        </p:nvSpPr>
        <p:spPr bwMode="auto">
          <a:xfrm>
            <a:off x="5648269" y="-1"/>
            <a:ext cx="3495732" cy="514350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96" tIns="143436" rIns="179296" bIns="143436" numCol="1" spcCol="0" rtlCol="0" fromWordArt="0" anchor="t" anchorCtr="0" forceAA="0" compatLnSpc="1">
            <a:prstTxWarp prst="textNoShape">
              <a:avLst/>
            </a:prstTxWarp>
            <a:noAutofit/>
          </a:bodyPr>
          <a:lstStyle/>
          <a:p>
            <a:pPr algn="ctr" defTabSz="914196"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5" name="Text Placeholder 4"/>
          <p:cNvSpPr>
            <a:spLocks noGrp="1"/>
          </p:cNvSpPr>
          <p:nvPr>
            <p:ph type="body" sz="quarter" idx="12" hasCustomPrompt="1"/>
          </p:nvPr>
        </p:nvSpPr>
        <p:spPr>
          <a:xfrm>
            <a:off x="893388" y="2907954"/>
            <a:ext cx="4364412" cy="1345996"/>
          </a:xfrm>
          <a:prstGeom prst="rect">
            <a:avLst/>
          </a:prstGeom>
          <a:noFill/>
        </p:spPr>
        <p:txBody>
          <a:bodyPr lIns="0" tIns="107577" rIns="0" bIns="107577">
            <a:noAutofit/>
          </a:bodyPr>
          <a:lstStyle>
            <a:lvl1pPr marL="0" indent="0">
              <a:spcBef>
                <a:spcPts val="0"/>
              </a:spcBef>
              <a:buNone/>
              <a:defRPr sz="2800" spc="0" baseline="0">
                <a:solidFill>
                  <a:schemeClr val="accent3"/>
                </a:solidFill>
                <a:latin typeface="+mj-lt"/>
              </a:defRPr>
            </a:lvl1pPr>
          </a:lstStyle>
          <a:p>
            <a:pPr lvl="0"/>
            <a:r>
              <a:rPr lang="en-US" dirty="0"/>
              <a:t>Speaker Name</a:t>
            </a:r>
          </a:p>
        </p:txBody>
      </p:sp>
      <p:sp>
        <p:nvSpPr>
          <p:cNvPr id="9" name="Title 1"/>
          <p:cNvSpPr>
            <a:spLocks noGrp="1"/>
          </p:cNvSpPr>
          <p:nvPr>
            <p:ph type="title" hasCustomPrompt="1"/>
          </p:nvPr>
        </p:nvSpPr>
        <p:spPr>
          <a:xfrm>
            <a:off x="893388" y="890716"/>
            <a:ext cx="4364412" cy="2017242"/>
          </a:xfrm>
          <a:noFill/>
        </p:spPr>
        <p:txBody>
          <a:bodyPr lIns="0" tIns="89648" rIns="0" bIns="89648" anchor="b" anchorCtr="0"/>
          <a:lstStyle>
            <a:lvl1pPr>
              <a:lnSpc>
                <a:spcPct val="90000"/>
              </a:lnSpc>
              <a:defRPr sz="4800" spc="0" baseline="0">
                <a:gradFill>
                  <a:gsLst>
                    <a:gs pos="72566">
                      <a:schemeClr val="tx2"/>
                    </a:gs>
                    <a:gs pos="35000">
                      <a:schemeClr val="tx2"/>
                    </a:gs>
                  </a:gsLst>
                  <a:lin ang="5400000" scaled="0"/>
                </a:gradFill>
              </a:defRPr>
            </a:lvl1pPr>
          </a:lstStyle>
          <a:p>
            <a:r>
              <a:rPr lang="en-US" dirty="0"/>
              <a:t>Presentation title</a:t>
            </a:r>
          </a:p>
        </p:txBody>
      </p:sp>
      <p:sp>
        <p:nvSpPr>
          <p:cNvPr id="2" name="Slide Number Placeholder 1"/>
          <p:cNvSpPr>
            <a:spLocks noGrp="1"/>
          </p:cNvSpPr>
          <p:nvPr>
            <p:ph type="sldNum" sz="quarter" idx="13"/>
          </p:nvPr>
        </p:nvSpPr>
        <p:spPr/>
        <p:txBody>
          <a:bodyPr/>
          <a:lstStyle>
            <a:lvl1pPr>
              <a:defRPr>
                <a:solidFill>
                  <a:schemeClr val="bg1"/>
                </a:solidFill>
              </a:defRPr>
            </a:lvl1pPr>
          </a:lstStyle>
          <a:p>
            <a:pPr algn="r"/>
            <a:fld id="{F18F5FCC-583C-47C6-9953-2F6AD74D46AE}" type="slidenum">
              <a:rPr lang="en-US" smtClean="0"/>
              <a:pPr algn="r"/>
              <a:t>‹#›</a:t>
            </a:fld>
            <a:endParaRPr lang="en-US" dirty="0"/>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4470" y="4364756"/>
            <a:ext cx="1646287" cy="517404"/>
          </a:xfrm>
          <a:prstGeom prst="rect">
            <a:avLst/>
          </a:prstGeom>
        </p:spPr>
      </p:pic>
    </p:spTree>
    <p:extLst>
      <p:ext uri="{BB962C8B-B14F-4D97-AF65-F5344CB8AC3E}">
        <p14:creationId xmlns:p14="http://schemas.microsoft.com/office/powerpoint/2010/main" val="347920032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or section divider - accent 2B">
    <p:spTree>
      <p:nvGrpSpPr>
        <p:cNvPr id="1" name=""/>
        <p:cNvGrpSpPr/>
        <p:nvPr/>
      </p:nvGrpSpPr>
      <p:grpSpPr>
        <a:xfrm>
          <a:off x="0" y="0"/>
          <a:ext cx="0" cy="0"/>
          <a:chOff x="0" y="0"/>
          <a:chExt cx="0" cy="0"/>
        </a:xfrm>
      </p:grpSpPr>
      <p:sp>
        <p:nvSpPr>
          <p:cNvPr id="13" name="Rectangle 12"/>
          <p:cNvSpPr/>
          <p:nvPr userDrawn="1"/>
        </p:nvSpPr>
        <p:spPr bwMode="auto">
          <a:xfrm>
            <a:off x="4495800" y="4809613"/>
            <a:ext cx="4267200" cy="21958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11" name="Rectangle 10"/>
          <p:cNvSpPr/>
          <p:nvPr userDrawn="1"/>
        </p:nvSpPr>
        <p:spPr bwMode="auto">
          <a:xfrm>
            <a:off x="5648269" y="-1"/>
            <a:ext cx="3495732" cy="5143501"/>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96" tIns="143436" rIns="179296" bIns="143436" numCol="1" spcCol="0" rtlCol="0" fromWordArt="0" anchor="t" anchorCtr="0" forceAA="0" compatLnSpc="1">
            <a:prstTxWarp prst="textNoShape">
              <a:avLst/>
            </a:prstTxWarp>
            <a:noAutofit/>
          </a:bodyPr>
          <a:lstStyle/>
          <a:p>
            <a:pPr lvl="0" algn="ctr" defTabSz="914196"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5" name="Text Placeholder 4"/>
          <p:cNvSpPr>
            <a:spLocks noGrp="1"/>
          </p:cNvSpPr>
          <p:nvPr>
            <p:ph type="body" sz="quarter" idx="12" hasCustomPrompt="1"/>
          </p:nvPr>
        </p:nvSpPr>
        <p:spPr>
          <a:xfrm>
            <a:off x="893388" y="2907954"/>
            <a:ext cx="4353300" cy="1345996"/>
          </a:xfrm>
          <a:prstGeom prst="rect">
            <a:avLst/>
          </a:prstGeom>
          <a:noFill/>
        </p:spPr>
        <p:txBody>
          <a:bodyPr lIns="0" tIns="107577" rIns="0" bIns="107577">
            <a:noAutofit/>
          </a:bodyPr>
          <a:lstStyle>
            <a:lvl1pPr marL="0" indent="0">
              <a:spcBef>
                <a:spcPts val="0"/>
              </a:spcBef>
              <a:buNone/>
              <a:defRPr sz="2800" spc="0" baseline="0">
                <a:solidFill>
                  <a:schemeClr val="accent3"/>
                </a:solidFill>
                <a:latin typeface="+mj-lt"/>
              </a:defRPr>
            </a:lvl1pPr>
          </a:lstStyle>
          <a:p>
            <a:pPr lvl="0"/>
            <a:r>
              <a:rPr lang="en-US" dirty="0"/>
              <a:t>Speaker Name</a:t>
            </a:r>
          </a:p>
        </p:txBody>
      </p:sp>
      <p:sp>
        <p:nvSpPr>
          <p:cNvPr id="9" name="Title 1"/>
          <p:cNvSpPr>
            <a:spLocks noGrp="1"/>
          </p:cNvSpPr>
          <p:nvPr>
            <p:ph type="title" hasCustomPrompt="1"/>
          </p:nvPr>
        </p:nvSpPr>
        <p:spPr>
          <a:xfrm>
            <a:off x="893388" y="890716"/>
            <a:ext cx="4353300" cy="2017242"/>
          </a:xfrm>
          <a:noFill/>
        </p:spPr>
        <p:txBody>
          <a:bodyPr lIns="0" tIns="89648" rIns="0" bIns="89648" anchor="b" anchorCtr="0"/>
          <a:lstStyle>
            <a:lvl1pPr algn="l" defTabSz="685754" rtl="0" eaLnBrk="1" latinLnBrk="0" hangingPunct="1">
              <a:lnSpc>
                <a:spcPct val="90000"/>
              </a:lnSpc>
              <a:spcBef>
                <a:spcPct val="0"/>
              </a:spcBef>
              <a:buNone/>
              <a:defRPr lang="en-US" sz="4800" b="0" kern="1200" cap="none" spc="0" baseline="0" dirty="0">
                <a:ln w="3175">
                  <a:noFill/>
                </a:ln>
                <a:solidFill>
                  <a:schemeClr val="accent2"/>
                </a:solidFill>
                <a:effectLst/>
                <a:latin typeface="+mj-lt"/>
                <a:ea typeface="+mn-ea"/>
                <a:cs typeface="Arial" panose="020B0604020202020204" pitchFamily="34" charset="0"/>
              </a:defRPr>
            </a:lvl1pPr>
          </a:lstStyle>
          <a:p>
            <a:r>
              <a:rPr lang="en-US" dirty="0"/>
              <a:t>Presentation title</a:t>
            </a:r>
          </a:p>
        </p:txBody>
      </p:sp>
      <p:sp>
        <p:nvSpPr>
          <p:cNvPr id="2" name="Slide Number Placeholder 1"/>
          <p:cNvSpPr>
            <a:spLocks noGrp="1"/>
          </p:cNvSpPr>
          <p:nvPr>
            <p:ph type="sldNum" sz="quarter" idx="13"/>
          </p:nvPr>
        </p:nvSpPr>
        <p:spPr/>
        <p:txBody>
          <a:bodyPr/>
          <a:lstStyle>
            <a:lvl1pPr>
              <a:defRPr>
                <a:solidFill>
                  <a:schemeClr val="bg1"/>
                </a:solidFill>
              </a:defRPr>
            </a:lvl1pPr>
          </a:lstStyle>
          <a:p>
            <a:pPr algn="r"/>
            <a:fld id="{F18F5FCC-583C-47C6-9953-2F6AD74D46AE}" type="slidenum">
              <a:rPr lang="en-US" smtClean="0"/>
              <a:pPr algn="r"/>
              <a:t>‹#›</a:t>
            </a:fld>
            <a:endParaRPr lang="en-US"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4470" y="4364756"/>
            <a:ext cx="1646287" cy="517404"/>
          </a:xfrm>
          <a:prstGeom prst="rect">
            <a:avLst/>
          </a:prstGeom>
        </p:spPr>
      </p:pic>
    </p:spTree>
    <p:extLst>
      <p:ext uri="{BB962C8B-B14F-4D97-AF65-F5344CB8AC3E}">
        <p14:creationId xmlns:p14="http://schemas.microsoft.com/office/powerpoint/2010/main" val="62953546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or section divider - accent 3b">
    <p:spTree>
      <p:nvGrpSpPr>
        <p:cNvPr id="1" name=""/>
        <p:cNvGrpSpPr/>
        <p:nvPr/>
      </p:nvGrpSpPr>
      <p:grpSpPr>
        <a:xfrm>
          <a:off x="0" y="0"/>
          <a:ext cx="0" cy="0"/>
          <a:chOff x="0" y="0"/>
          <a:chExt cx="0" cy="0"/>
        </a:xfrm>
      </p:grpSpPr>
      <p:sp>
        <p:nvSpPr>
          <p:cNvPr id="13" name="Rectangle 12"/>
          <p:cNvSpPr/>
          <p:nvPr userDrawn="1"/>
        </p:nvSpPr>
        <p:spPr bwMode="auto">
          <a:xfrm>
            <a:off x="4495800" y="4809613"/>
            <a:ext cx="4267200" cy="21958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11" name="Rectangle 10"/>
          <p:cNvSpPr/>
          <p:nvPr userDrawn="1"/>
        </p:nvSpPr>
        <p:spPr bwMode="auto">
          <a:xfrm>
            <a:off x="5648269" y="-1"/>
            <a:ext cx="3495732" cy="5143501"/>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96" tIns="143436" rIns="179296" bIns="143436" numCol="1" spcCol="0" rtlCol="0" fromWordArt="0" anchor="t" anchorCtr="0" forceAA="0" compatLnSpc="1">
            <a:prstTxWarp prst="textNoShape">
              <a:avLst/>
            </a:prstTxWarp>
            <a:noAutofit/>
          </a:bodyPr>
          <a:lstStyle/>
          <a:p>
            <a:pPr lvl="0" algn="ctr" defTabSz="914196"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5" name="Text Placeholder 4"/>
          <p:cNvSpPr>
            <a:spLocks noGrp="1"/>
          </p:cNvSpPr>
          <p:nvPr>
            <p:ph type="body" sz="quarter" idx="12" hasCustomPrompt="1"/>
          </p:nvPr>
        </p:nvSpPr>
        <p:spPr>
          <a:xfrm>
            <a:off x="893388" y="2907954"/>
            <a:ext cx="4353300" cy="1345996"/>
          </a:xfrm>
          <a:prstGeom prst="rect">
            <a:avLst/>
          </a:prstGeom>
          <a:noFill/>
        </p:spPr>
        <p:txBody>
          <a:bodyPr lIns="0" tIns="107577" rIns="0" bIns="107577">
            <a:noAutofit/>
          </a:bodyPr>
          <a:lstStyle>
            <a:lvl1pPr marL="0" indent="0">
              <a:spcBef>
                <a:spcPts val="0"/>
              </a:spcBef>
              <a:buNone/>
              <a:defRPr sz="2800" spc="0" baseline="0">
                <a:solidFill>
                  <a:schemeClr val="accent3"/>
                </a:solidFill>
                <a:latin typeface="+mj-lt"/>
              </a:defRPr>
            </a:lvl1pPr>
          </a:lstStyle>
          <a:p>
            <a:pPr lvl="0"/>
            <a:r>
              <a:rPr lang="en-US" dirty="0"/>
              <a:t>Speaker Name</a:t>
            </a:r>
          </a:p>
        </p:txBody>
      </p:sp>
      <p:sp>
        <p:nvSpPr>
          <p:cNvPr id="9" name="Title 1"/>
          <p:cNvSpPr>
            <a:spLocks noGrp="1"/>
          </p:cNvSpPr>
          <p:nvPr>
            <p:ph type="title" hasCustomPrompt="1"/>
          </p:nvPr>
        </p:nvSpPr>
        <p:spPr>
          <a:xfrm>
            <a:off x="893388" y="890716"/>
            <a:ext cx="4353300" cy="2017242"/>
          </a:xfrm>
          <a:noFill/>
        </p:spPr>
        <p:txBody>
          <a:bodyPr lIns="0" tIns="89648" rIns="0" bIns="89648" anchor="b" anchorCtr="0"/>
          <a:lstStyle>
            <a:lvl1pPr algn="l" defTabSz="685754" rtl="0" eaLnBrk="1" latinLnBrk="0" hangingPunct="1">
              <a:lnSpc>
                <a:spcPct val="90000"/>
              </a:lnSpc>
              <a:spcBef>
                <a:spcPct val="0"/>
              </a:spcBef>
              <a:buNone/>
              <a:defRPr lang="en-US" sz="4800" b="0" kern="1200" cap="none" spc="0" baseline="0" dirty="0">
                <a:ln w="3175">
                  <a:noFill/>
                </a:ln>
                <a:solidFill>
                  <a:schemeClr val="accent4"/>
                </a:solidFill>
                <a:effectLst/>
                <a:latin typeface="+mj-lt"/>
                <a:ea typeface="+mn-ea"/>
                <a:cs typeface="Arial" panose="020B0604020202020204" pitchFamily="34" charset="0"/>
              </a:defRPr>
            </a:lvl1pPr>
          </a:lstStyle>
          <a:p>
            <a:r>
              <a:rPr lang="en-US" dirty="0"/>
              <a:t>Presentation title</a:t>
            </a:r>
          </a:p>
        </p:txBody>
      </p:sp>
      <p:sp>
        <p:nvSpPr>
          <p:cNvPr id="2" name="Slide Number Placeholder 1"/>
          <p:cNvSpPr>
            <a:spLocks noGrp="1"/>
          </p:cNvSpPr>
          <p:nvPr>
            <p:ph type="sldNum" sz="quarter" idx="13"/>
          </p:nvPr>
        </p:nvSpPr>
        <p:spPr/>
        <p:txBody>
          <a:bodyPr/>
          <a:lstStyle>
            <a:lvl1pPr>
              <a:defRPr>
                <a:solidFill>
                  <a:schemeClr val="bg1"/>
                </a:solidFill>
              </a:defRPr>
            </a:lvl1pPr>
          </a:lstStyle>
          <a:p>
            <a:pPr algn="r"/>
            <a:fld id="{F18F5FCC-583C-47C6-9953-2F6AD74D46AE}" type="slidenum">
              <a:rPr lang="en-US" smtClean="0"/>
              <a:pPr algn="r"/>
              <a:t>‹#›</a:t>
            </a:fld>
            <a:endParaRPr lang="en-US"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4470" y="4364756"/>
            <a:ext cx="1646287" cy="517404"/>
          </a:xfrm>
          <a:prstGeom prst="rect">
            <a:avLst/>
          </a:prstGeom>
        </p:spPr>
      </p:pic>
    </p:spTree>
    <p:extLst>
      <p:ext uri="{BB962C8B-B14F-4D97-AF65-F5344CB8AC3E}">
        <p14:creationId xmlns:p14="http://schemas.microsoft.com/office/powerpoint/2010/main" val="185039614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or section divider - accent 4B">
    <p:spTree>
      <p:nvGrpSpPr>
        <p:cNvPr id="1" name=""/>
        <p:cNvGrpSpPr/>
        <p:nvPr/>
      </p:nvGrpSpPr>
      <p:grpSpPr>
        <a:xfrm>
          <a:off x="0" y="0"/>
          <a:ext cx="0" cy="0"/>
          <a:chOff x="0" y="0"/>
          <a:chExt cx="0" cy="0"/>
        </a:xfrm>
      </p:grpSpPr>
      <p:sp>
        <p:nvSpPr>
          <p:cNvPr id="13" name="Rectangle 12"/>
          <p:cNvSpPr/>
          <p:nvPr userDrawn="1"/>
        </p:nvSpPr>
        <p:spPr bwMode="auto">
          <a:xfrm>
            <a:off x="4495800" y="4809613"/>
            <a:ext cx="4267200" cy="21958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11" name="Rectangle 10"/>
          <p:cNvSpPr/>
          <p:nvPr userDrawn="1"/>
        </p:nvSpPr>
        <p:spPr bwMode="auto">
          <a:xfrm>
            <a:off x="5648269" y="-1"/>
            <a:ext cx="3495732" cy="5143501"/>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96" tIns="143436" rIns="179296" bIns="143436" numCol="1" spcCol="0" rtlCol="0" fromWordArt="0" anchor="t" anchorCtr="0" forceAA="0" compatLnSpc="1">
            <a:prstTxWarp prst="textNoShape">
              <a:avLst/>
            </a:prstTxWarp>
            <a:noAutofit/>
          </a:bodyPr>
          <a:lstStyle/>
          <a:p>
            <a:pPr lvl="0" algn="ctr" defTabSz="914196"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5" name="Text Placeholder 4"/>
          <p:cNvSpPr>
            <a:spLocks noGrp="1"/>
          </p:cNvSpPr>
          <p:nvPr>
            <p:ph type="body" sz="quarter" idx="12" hasCustomPrompt="1"/>
          </p:nvPr>
        </p:nvSpPr>
        <p:spPr>
          <a:xfrm>
            <a:off x="893389" y="2907954"/>
            <a:ext cx="4331755" cy="1345996"/>
          </a:xfrm>
          <a:prstGeom prst="rect">
            <a:avLst/>
          </a:prstGeom>
          <a:noFill/>
        </p:spPr>
        <p:txBody>
          <a:bodyPr lIns="0" tIns="107577" rIns="0" bIns="107577">
            <a:noAutofit/>
          </a:bodyPr>
          <a:lstStyle>
            <a:lvl1pPr marL="0" indent="0">
              <a:spcBef>
                <a:spcPts val="0"/>
              </a:spcBef>
              <a:buNone/>
              <a:defRPr sz="2800" spc="0" baseline="0">
                <a:solidFill>
                  <a:schemeClr val="accent3"/>
                </a:solidFill>
                <a:latin typeface="+mj-lt"/>
              </a:defRPr>
            </a:lvl1pPr>
          </a:lstStyle>
          <a:p>
            <a:pPr lvl="0"/>
            <a:r>
              <a:rPr lang="en-US" dirty="0"/>
              <a:t>Speaker Name</a:t>
            </a:r>
          </a:p>
        </p:txBody>
      </p:sp>
      <p:sp>
        <p:nvSpPr>
          <p:cNvPr id="9" name="Title 1"/>
          <p:cNvSpPr>
            <a:spLocks noGrp="1"/>
          </p:cNvSpPr>
          <p:nvPr>
            <p:ph type="title" hasCustomPrompt="1"/>
          </p:nvPr>
        </p:nvSpPr>
        <p:spPr>
          <a:xfrm>
            <a:off x="893389" y="890716"/>
            <a:ext cx="4331755" cy="2017242"/>
          </a:xfrm>
          <a:noFill/>
        </p:spPr>
        <p:txBody>
          <a:bodyPr lIns="0" tIns="89648" rIns="0" bIns="89648" anchor="b" anchorCtr="0"/>
          <a:lstStyle>
            <a:lvl1pPr algn="l" defTabSz="685754" rtl="0" eaLnBrk="1" latinLnBrk="0" hangingPunct="1">
              <a:lnSpc>
                <a:spcPct val="90000"/>
              </a:lnSpc>
              <a:spcBef>
                <a:spcPct val="0"/>
              </a:spcBef>
              <a:buNone/>
              <a:defRPr lang="en-US" sz="4800" b="0" kern="1200" cap="none" spc="0" baseline="0" dirty="0">
                <a:ln w="3175">
                  <a:noFill/>
                </a:ln>
                <a:solidFill>
                  <a:schemeClr val="accent5"/>
                </a:solidFill>
                <a:effectLst/>
                <a:latin typeface="+mj-lt"/>
                <a:ea typeface="+mn-ea"/>
                <a:cs typeface="Arial" panose="020B0604020202020204" pitchFamily="34" charset="0"/>
              </a:defRPr>
            </a:lvl1pPr>
          </a:lstStyle>
          <a:p>
            <a:r>
              <a:rPr lang="en-US" dirty="0"/>
              <a:t>Presentation title</a:t>
            </a:r>
          </a:p>
        </p:txBody>
      </p:sp>
      <p:sp>
        <p:nvSpPr>
          <p:cNvPr id="2" name="Slide Number Placeholder 1"/>
          <p:cNvSpPr>
            <a:spLocks noGrp="1"/>
          </p:cNvSpPr>
          <p:nvPr>
            <p:ph type="sldNum" sz="quarter" idx="13"/>
          </p:nvPr>
        </p:nvSpPr>
        <p:spPr/>
        <p:txBody>
          <a:bodyPr/>
          <a:lstStyle>
            <a:lvl1pPr>
              <a:defRPr>
                <a:solidFill>
                  <a:schemeClr val="bg1"/>
                </a:solidFill>
              </a:defRPr>
            </a:lvl1pPr>
          </a:lstStyle>
          <a:p>
            <a:pPr algn="r"/>
            <a:fld id="{F18F5FCC-583C-47C6-9953-2F6AD74D46AE}" type="slidenum">
              <a:rPr lang="en-US" smtClean="0"/>
              <a:pPr algn="r"/>
              <a:t>‹#›</a:t>
            </a:fld>
            <a:endParaRPr lang="en-US" dirty="0"/>
          </a:p>
        </p:txBody>
      </p:sp>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4470" y="4364756"/>
            <a:ext cx="1646287" cy="517404"/>
          </a:xfrm>
          <a:prstGeom prst="rect">
            <a:avLst/>
          </a:prstGeom>
        </p:spPr>
      </p:pic>
    </p:spTree>
    <p:extLst>
      <p:ext uri="{BB962C8B-B14F-4D97-AF65-F5344CB8AC3E}">
        <p14:creationId xmlns:p14="http://schemas.microsoft.com/office/powerpoint/2010/main" val="64258729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Section title layout - photo">
    <p:bg>
      <p:bgPr>
        <a:solidFill>
          <a:schemeClr val="bg1"/>
        </a:solidFill>
        <a:effectLst/>
      </p:bgPr>
    </p:bg>
    <p:spTree>
      <p:nvGrpSpPr>
        <p:cNvPr id="1" name=""/>
        <p:cNvGrpSpPr/>
        <p:nvPr/>
      </p:nvGrpSpPr>
      <p:grpSpPr>
        <a:xfrm>
          <a:off x="0" y="0"/>
          <a:ext cx="0" cy="0"/>
          <a:chOff x="0" y="0"/>
          <a:chExt cx="0" cy="0"/>
        </a:xfrm>
      </p:grpSpPr>
      <p:sp>
        <p:nvSpPr>
          <p:cNvPr id="11" name="Rectangle 10"/>
          <p:cNvSpPr/>
          <p:nvPr userDrawn="1"/>
        </p:nvSpPr>
        <p:spPr bwMode="auto">
          <a:xfrm>
            <a:off x="4495800" y="4809613"/>
            <a:ext cx="4267200" cy="21958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4" name="Picture Placeholder 3"/>
          <p:cNvSpPr>
            <a:spLocks noGrp="1"/>
          </p:cNvSpPr>
          <p:nvPr>
            <p:ph type="pic" sz="quarter" idx="10"/>
          </p:nvPr>
        </p:nvSpPr>
        <p:spPr>
          <a:xfrm>
            <a:off x="4572778" y="0"/>
            <a:ext cx="4571222" cy="5143500"/>
          </a:xfrm>
          <a:blipFill dpi="0" rotWithShape="1">
            <a:blip r:embed="rId2">
              <a:extLst>
                <a:ext uri="{28A0092B-C50C-407E-A947-70E740481C1C}">
                  <a14:useLocalDpi xmlns:a14="http://schemas.microsoft.com/office/drawing/2010/main" val="0"/>
                </a:ext>
              </a:extLst>
            </a:blip>
            <a:srcRect/>
            <a:stretch>
              <a:fillRect/>
            </a:stretch>
          </a:blipFill>
        </p:spPr>
        <p:txBody>
          <a:bodyPr lIns="179296" tIns="143436" rIns="179296" bIns="143436" anchor="t">
            <a:noAutofit/>
          </a:bodyPr>
          <a:lstStyle>
            <a:lvl1pPr marL="0" indent="0" algn="l">
              <a:lnSpc>
                <a:spcPct val="150000"/>
              </a:lnSpc>
              <a:spcBef>
                <a:spcPts val="0"/>
              </a:spcBef>
              <a:buNone/>
              <a:defRPr sz="2000" baseline="0">
                <a:solidFill>
                  <a:srgbClr val="FFFFFF"/>
                </a:solidFill>
              </a:defRPr>
            </a:lvl1pPr>
          </a:lstStyle>
          <a:p>
            <a:r>
              <a:rPr lang="en-US" smtClean="0"/>
              <a:t>Click icon to add picture</a:t>
            </a:r>
            <a:endParaRPr lang="en-US" dirty="0"/>
          </a:p>
        </p:txBody>
      </p:sp>
      <p:sp>
        <p:nvSpPr>
          <p:cNvPr id="6" name="Text Placeholder 4"/>
          <p:cNvSpPr>
            <a:spLocks noGrp="1"/>
          </p:cNvSpPr>
          <p:nvPr>
            <p:ph type="body" sz="quarter" idx="12" hasCustomPrompt="1"/>
          </p:nvPr>
        </p:nvSpPr>
        <p:spPr>
          <a:xfrm>
            <a:off x="849844" y="2907954"/>
            <a:ext cx="3145212" cy="1345996"/>
          </a:xfrm>
          <a:noFill/>
        </p:spPr>
        <p:txBody>
          <a:bodyPr lIns="0" tIns="107577" rIns="0" bIns="107577">
            <a:noAutofit/>
          </a:bodyPr>
          <a:lstStyle>
            <a:lvl1pPr marL="0" indent="0">
              <a:spcBef>
                <a:spcPts val="0"/>
              </a:spcBef>
              <a:buNone/>
              <a:defRPr sz="2800" spc="0" baseline="0">
                <a:solidFill>
                  <a:schemeClr val="accent3"/>
                </a:solidFill>
                <a:latin typeface="+mj-lt"/>
              </a:defRPr>
            </a:lvl1pPr>
          </a:lstStyle>
          <a:p>
            <a:pPr lvl="0"/>
            <a:r>
              <a:rPr lang="en-US" dirty="0" smtClean="0"/>
              <a:t>Subheading if needed</a:t>
            </a:r>
            <a:endParaRPr lang="en-US" dirty="0"/>
          </a:p>
        </p:txBody>
      </p:sp>
      <p:sp>
        <p:nvSpPr>
          <p:cNvPr id="7" name="Title 1"/>
          <p:cNvSpPr>
            <a:spLocks noGrp="1"/>
          </p:cNvSpPr>
          <p:nvPr>
            <p:ph type="title" hasCustomPrompt="1"/>
          </p:nvPr>
        </p:nvSpPr>
        <p:spPr>
          <a:xfrm>
            <a:off x="849844" y="890716"/>
            <a:ext cx="3145212" cy="2017242"/>
          </a:xfrm>
          <a:noFill/>
        </p:spPr>
        <p:txBody>
          <a:bodyPr lIns="0" tIns="89648" rIns="0" bIns="89648" anchor="b" anchorCtr="0"/>
          <a:lstStyle>
            <a:lvl1pPr>
              <a:lnSpc>
                <a:spcPct val="90000"/>
              </a:lnSpc>
              <a:defRPr sz="4800" spc="-74" baseline="0">
                <a:solidFill>
                  <a:schemeClr val="accent1"/>
                </a:solidFill>
              </a:defRPr>
            </a:lvl1pPr>
          </a:lstStyle>
          <a:p>
            <a:r>
              <a:rPr lang="en-US" dirty="0" smtClean="0"/>
              <a:t>Section title</a:t>
            </a:r>
            <a:endParaRPr lang="en-US" dirty="0"/>
          </a:p>
        </p:txBody>
      </p:sp>
      <p:sp>
        <p:nvSpPr>
          <p:cNvPr id="2" name="Slide Number Placeholder 1"/>
          <p:cNvSpPr>
            <a:spLocks noGrp="1"/>
          </p:cNvSpPr>
          <p:nvPr>
            <p:ph type="sldNum" sz="quarter" idx="13"/>
          </p:nvPr>
        </p:nvSpPr>
        <p:spPr/>
        <p:txBody>
          <a:bodyPr/>
          <a:lstStyle>
            <a:lvl1pPr>
              <a:defRPr>
                <a:solidFill>
                  <a:schemeClr val="bg1"/>
                </a:solidFill>
              </a:defRPr>
            </a:lvl1pPr>
          </a:lstStyle>
          <a:p>
            <a:pPr algn="r"/>
            <a:fld id="{F18F5FCC-583C-47C6-9953-2F6AD74D46AE}" type="slidenum">
              <a:rPr lang="en-US" smtClean="0"/>
              <a:pPr algn="r"/>
              <a:t>‹#›</a:t>
            </a:fld>
            <a:endParaRPr lang="en-US" dirty="0"/>
          </a:p>
        </p:txBody>
      </p: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4470" y="4364756"/>
            <a:ext cx="1646287" cy="517404"/>
          </a:xfrm>
          <a:prstGeom prst="rect">
            <a:avLst/>
          </a:prstGeom>
        </p:spPr>
      </p:pic>
    </p:spTree>
    <p:extLst>
      <p:ext uri="{BB962C8B-B14F-4D97-AF65-F5344CB8AC3E}">
        <p14:creationId xmlns:p14="http://schemas.microsoft.com/office/powerpoint/2010/main" val="1207134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extLst mod="1">
    <p:ext uri="{DCECCB84-F9BA-43D5-87BE-67443E8EF086}">
      <p15:sldGuideLst xmlns="" xmlns:p15="http://schemas.microsoft.com/office/powerpoint/2012/main">
        <p15:guide id="1" pos="293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ection title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42459" y="2198311"/>
            <a:ext cx="8015792" cy="1073599"/>
          </a:xfrm>
          <a:noFill/>
        </p:spPr>
        <p:txBody>
          <a:bodyPr wrap="square" tIns="89648" bIns="89648" anchor="t" anchorCtr="0">
            <a:spAutoFit/>
          </a:bodyPr>
          <a:lstStyle>
            <a:lvl1pPr>
              <a:defRPr sz="5800" spc="-74" baseline="0">
                <a:gradFill>
                  <a:gsLst>
                    <a:gs pos="92035">
                      <a:schemeClr val="tx2"/>
                    </a:gs>
                    <a:gs pos="44000">
                      <a:schemeClr val="tx2"/>
                    </a:gs>
                  </a:gsLst>
                  <a:lin ang="5400000" scaled="0"/>
                </a:gradFill>
              </a:defRPr>
            </a:lvl1pPr>
          </a:lstStyle>
          <a:p>
            <a:r>
              <a:rPr lang="en-US" dirty="0"/>
              <a:t>Section title</a:t>
            </a:r>
          </a:p>
        </p:txBody>
      </p:sp>
      <p:sp>
        <p:nvSpPr>
          <p:cNvPr id="5" name="Slide Number Placeholder 4"/>
          <p:cNvSpPr>
            <a:spLocks noGrp="1"/>
          </p:cNvSpPr>
          <p:nvPr>
            <p:ph type="sldNum" sz="quarter" idx="10"/>
          </p:nvPr>
        </p:nvSpPr>
        <p:spPr/>
        <p:txBody>
          <a:bodyPr/>
          <a:lstStyle/>
          <a:p>
            <a:pPr algn="r"/>
            <a:fld id="{F18F5FCC-583C-47C6-9953-2F6AD74D46AE}" type="slidenum">
              <a:rPr lang="en-US" smtClean="0"/>
              <a:pPr algn="r"/>
              <a:t>‹#›</a:t>
            </a:fld>
            <a:endParaRPr lang="en-US"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4470" y="4364756"/>
            <a:ext cx="1646287" cy="517404"/>
          </a:xfrm>
          <a:prstGeom prst="rect">
            <a:avLst/>
          </a:prstGeom>
        </p:spPr>
      </p:pic>
    </p:spTree>
    <p:extLst>
      <p:ext uri="{BB962C8B-B14F-4D97-AF65-F5344CB8AC3E}">
        <p14:creationId xmlns:p14="http://schemas.microsoft.com/office/powerpoint/2010/main" val="297471086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Closing logo slide">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lgn="r"/>
            <a:fld id="{F18F5FCC-583C-47C6-9953-2F6AD74D46AE}" type="slidenum">
              <a:rPr lang="en-US" smtClean="0"/>
              <a:pPr algn="r"/>
              <a:t>‹#›</a:t>
            </a:fld>
            <a:endParaRPr lang="en-US"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437594" y="1519157"/>
            <a:ext cx="4268811" cy="1341625"/>
          </a:xfrm>
          <a:prstGeom prst="rect">
            <a:avLst/>
          </a:prstGeom>
        </p:spPr>
      </p:pic>
    </p:spTree>
    <p:extLst>
      <p:ext uri="{BB962C8B-B14F-4D97-AF65-F5344CB8AC3E}">
        <p14:creationId xmlns:p14="http://schemas.microsoft.com/office/powerpoint/2010/main" val="27395460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Thank you slide">
    <p:spTree>
      <p:nvGrpSpPr>
        <p:cNvPr id="1" name=""/>
        <p:cNvGrpSpPr/>
        <p:nvPr/>
      </p:nvGrpSpPr>
      <p:grpSpPr>
        <a:xfrm>
          <a:off x="0" y="0"/>
          <a:ext cx="0" cy="0"/>
          <a:chOff x="0" y="0"/>
          <a:chExt cx="0" cy="0"/>
        </a:xfrm>
      </p:grpSpPr>
      <p:sp>
        <p:nvSpPr>
          <p:cNvPr id="13" name="Rectangle 12"/>
          <p:cNvSpPr/>
          <p:nvPr userDrawn="1"/>
        </p:nvSpPr>
        <p:spPr bwMode="auto">
          <a:xfrm>
            <a:off x="4495800" y="4809613"/>
            <a:ext cx="4267200" cy="219587"/>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smtClean="0">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11" name="Rectangle 10"/>
          <p:cNvSpPr/>
          <p:nvPr userDrawn="1"/>
        </p:nvSpPr>
        <p:spPr bwMode="auto">
          <a:xfrm>
            <a:off x="5648269" y="-1"/>
            <a:ext cx="3495732" cy="5143501"/>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96" tIns="143436" rIns="179296" bIns="143436" numCol="1" spcCol="0" rtlCol="0" fromWordArt="0" anchor="t" anchorCtr="0" forceAA="0" compatLnSpc="1">
            <a:prstTxWarp prst="textNoShape">
              <a:avLst/>
            </a:prstTxWarp>
            <a:noAutofit/>
          </a:bodyPr>
          <a:lstStyle/>
          <a:p>
            <a:pPr algn="ctr" defTabSz="914196"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Arial" panose="020B0604020202020204" pitchFamily="34" charset="0"/>
            </a:endParaRPr>
          </a:p>
        </p:txBody>
      </p:sp>
      <p:sp>
        <p:nvSpPr>
          <p:cNvPr id="5" name="Text Placeholder 4"/>
          <p:cNvSpPr>
            <a:spLocks noGrp="1"/>
          </p:cNvSpPr>
          <p:nvPr>
            <p:ph type="body" sz="quarter" idx="12" hasCustomPrompt="1"/>
          </p:nvPr>
        </p:nvSpPr>
        <p:spPr>
          <a:xfrm>
            <a:off x="893388" y="3028950"/>
            <a:ext cx="4364412" cy="342900"/>
          </a:xfrm>
          <a:prstGeom prst="rect">
            <a:avLst/>
          </a:prstGeom>
          <a:noFill/>
        </p:spPr>
        <p:txBody>
          <a:bodyPr lIns="0" tIns="107577" rIns="0" bIns="107577">
            <a:noAutofit/>
          </a:bodyPr>
          <a:lstStyle>
            <a:lvl1pPr marL="0" indent="0">
              <a:spcBef>
                <a:spcPts val="0"/>
              </a:spcBef>
              <a:buNone/>
              <a:defRPr sz="2000" spc="0" baseline="0">
                <a:solidFill>
                  <a:schemeClr val="tx1"/>
                </a:solidFill>
                <a:latin typeface="+mj-lt"/>
              </a:defRPr>
            </a:lvl1pPr>
          </a:lstStyle>
          <a:p>
            <a:pPr lvl="0"/>
            <a:r>
              <a:rPr lang="en-US" dirty="0" smtClean="0"/>
              <a:t>Contact information:</a:t>
            </a:r>
          </a:p>
        </p:txBody>
      </p:sp>
      <p:sp>
        <p:nvSpPr>
          <p:cNvPr id="9" name="Title 1"/>
          <p:cNvSpPr>
            <a:spLocks noGrp="1"/>
          </p:cNvSpPr>
          <p:nvPr>
            <p:ph type="title" hasCustomPrompt="1"/>
          </p:nvPr>
        </p:nvSpPr>
        <p:spPr>
          <a:xfrm>
            <a:off x="893388" y="890716"/>
            <a:ext cx="4364412" cy="2017242"/>
          </a:xfrm>
          <a:noFill/>
        </p:spPr>
        <p:txBody>
          <a:bodyPr lIns="0" tIns="89648" rIns="0" bIns="89648" anchor="b" anchorCtr="0"/>
          <a:lstStyle>
            <a:lvl1pPr>
              <a:lnSpc>
                <a:spcPct val="90000"/>
              </a:lnSpc>
              <a:defRPr sz="4800" spc="0" baseline="0">
                <a:gradFill>
                  <a:gsLst>
                    <a:gs pos="72566">
                      <a:schemeClr val="tx2"/>
                    </a:gs>
                    <a:gs pos="35000">
                      <a:schemeClr val="tx2"/>
                    </a:gs>
                  </a:gsLst>
                  <a:lin ang="5400000" scaled="0"/>
                </a:gradFill>
              </a:defRPr>
            </a:lvl1pPr>
          </a:lstStyle>
          <a:p>
            <a:r>
              <a:rPr lang="en-US" dirty="0" smtClean="0"/>
              <a:t>Thank you</a:t>
            </a:r>
            <a:endParaRPr lang="en-US" dirty="0"/>
          </a:p>
        </p:txBody>
      </p:sp>
      <p:sp>
        <p:nvSpPr>
          <p:cNvPr id="2" name="Slide Number Placeholder 1"/>
          <p:cNvSpPr>
            <a:spLocks noGrp="1"/>
          </p:cNvSpPr>
          <p:nvPr>
            <p:ph type="sldNum" sz="quarter" idx="13"/>
          </p:nvPr>
        </p:nvSpPr>
        <p:spPr/>
        <p:txBody>
          <a:bodyPr/>
          <a:lstStyle>
            <a:lvl1pPr>
              <a:defRPr>
                <a:solidFill>
                  <a:schemeClr val="bg1"/>
                </a:solidFill>
              </a:defRPr>
            </a:lvl1pPr>
          </a:lstStyle>
          <a:p>
            <a:pPr algn="r"/>
            <a:fld id="{F18F5FCC-583C-47C6-9953-2F6AD74D46AE}" type="slidenum">
              <a:rPr lang="en-US" smtClean="0"/>
              <a:pPr algn="r"/>
              <a:t>‹#›</a:t>
            </a:fld>
            <a:endParaRPr lang="en-US" dirty="0"/>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4470" y="4364756"/>
            <a:ext cx="1646287" cy="517404"/>
          </a:xfrm>
          <a:prstGeom prst="rect">
            <a:avLst/>
          </a:prstGeom>
        </p:spPr>
      </p:pic>
    </p:spTree>
    <p:extLst>
      <p:ext uri="{BB962C8B-B14F-4D97-AF65-F5344CB8AC3E}">
        <p14:creationId xmlns:p14="http://schemas.microsoft.com/office/powerpoint/2010/main" val="272745199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eveloper code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457200" y="1001996"/>
            <a:ext cx="8401050" cy="2655604"/>
          </a:xfrm>
        </p:spPr>
        <p:txBody>
          <a:bodyPr/>
          <a:lstStyle>
            <a:lvl1pPr marL="0" indent="0">
              <a:buNone/>
              <a:defRPr sz="24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254786" indent="0">
              <a:buNone/>
              <a:defRPr sz="16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429804" indent="0">
              <a:buNone/>
              <a:defRPr sz="14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598869" indent="0">
              <a:buNone/>
              <a:defRPr sz="12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772695" indent="0">
              <a:buNone/>
              <a:defRPr sz="11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Slide Number Placeholder 6"/>
          <p:cNvSpPr>
            <a:spLocks noGrp="1"/>
          </p:cNvSpPr>
          <p:nvPr>
            <p:ph type="sldNum" sz="quarter" idx="11"/>
          </p:nvPr>
        </p:nvSpPr>
        <p:spPr/>
        <p:txBody>
          <a:bodyPr/>
          <a:lstStyle/>
          <a:p>
            <a:pPr algn="r"/>
            <a:fld id="{F18F5FCC-583C-47C6-9953-2F6AD74D46AE}" type="slidenum">
              <a:rPr lang="en-US" smtClean="0"/>
              <a:pPr algn="r"/>
              <a:t>‹#›</a:t>
            </a:fld>
            <a:endParaRPr lang="en-US" dirty="0"/>
          </a:p>
        </p:txBody>
      </p:sp>
      <p:sp>
        <p:nvSpPr>
          <p:cNvPr id="8" name="Title 7"/>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29344377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Notes slide Layout">
    <p:bg bwMode="black">
      <p:bgPr>
        <a:solidFill>
          <a:srgbClr val="000000"/>
        </a:solidFill>
        <a:effectLst/>
      </p:bgPr>
    </p:bg>
    <p:spTree>
      <p:nvGrpSpPr>
        <p:cNvPr id="1" name=""/>
        <p:cNvGrpSpPr/>
        <p:nvPr/>
      </p:nvGrpSpPr>
      <p:grpSpPr>
        <a:xfrm>
          <a:off x="0" y="0"/>
          <a:ext cx="0" cy="0"/>
          <a:chOff x="0" y="0"/>
          <a:chExt cx="0" cy="0"/>
        </a:xfrm>
      </p:grpSpPr>
      <p:sp>
        <p:nvSpPr>
          <p:cNvPr id="4" name="Text Placeholder 6"/>
          <p:cNvSpPr>
            <a:spLocks noGrp="1"/>
          </p:cNvSpPr>
          <p:nvPr>
            <p:ph type="body" sz="quarter" idx="11" hasCustomPrompt="1"/>
          </p:nvPr>
        </p:nvSpPr>
        <p:spPr>
          <a:xfrm>
            <a:off x="1" y="4679157"/>
            <a:ext cx="9144001" cy="464344"/>
          </a:xfrm>
          <a:prstGeom prst="rect">
            <a:avLst/>
          </a:prstGeom>
          <a:solidFill>
            <a:srgbClr val="FFFF99"/>
          </a:solidFill>
        </p:spPr>
        <p:txBody>
          <a:bodyPr wrap="square" lIns="152410" tIns="76206" rIns="152410" bIns="76206" anchor="ctr" anchorCtr="0">
            <a:noAutofit/>
          </a:bodyPr>
          <a:lstStyle>
            <a:lvl1pPr algn="r">
              <a:buFont typeface="Arial" pitchFamily="34" charset="0"/>
              <a:buNone/>
              <a:defRPr sz="3100" spc="-37" baseline="0">
                <a:gradFill>
                  <a:gsLst>
                    <a:gs pos="0">
                      <a:srgbClr val="000000"/>
                    </a:gs>
                    <a:gs pos="100000">
                      <a:srgbClr val="000000"/>
                    </a:gs>
                  </a:gsLst>
                  <a:lin ang="5400000" scaled="0"/>
                </a:gradFill>
                <a:effectLst/>
                <a:latin typeface="+mn-lt"/>
                <a:ea typeface="Segoe UI" pitchFamily="34" charset="0"/>
                <a:cs typeface="Arial" panose="020B0604020202020204" pitchFamily="34" charset="0"/>
              </a:defRPr>
            </a:lvl1pPr>
          </a:lstStyle>
          <a:p>
            <a:pPr lvl="0"/>
            <a:r>
              <a:rPr lang="en-US" dirty="0"/>
              <a:t>Next:</a:t>
            </a:r>
          </a:p>
        </p:txBody>
      </p:sp>
      <p:sp>
        <p:nvSpPr>
          <p:cNvPr id="2" name="Title 1"/>
          <p:cNvSpPr>
            <a:spLocks noGrp="1"/>
          </p:cNvSpPr>
          <p:nvPr>
            <p:ph type="title"/>
          </p:nvPr>
        </p:nvSpPr>
        <p:spPr>
          <a:xfrm>
            <a:off x="457200" y="345282"/>
            <a:ext cx="8574087" cy="670322"/>
          </a:xfrm>
        </p:spPr>
        <p:txBody>
          <a:bodyPr/>
          <a:lstStyle/>
          <a:p>
            <a:r>
              <a:rPr lang="en-US" smtClean="0"/>
              <a:t>Click to edit Master title style</a:t>
            </a:r>
            <a:endParaRPr lang="en-US" dirty="0"/>
          </a:p>
        </p:txBody>
      </p:sp>
      <p:sp>
        <p:nvSpPr>
          <p:cNvPr id="7" name="Text Placeholder 6"/>
          <p:cNvSpPr>
            <a:spLocks noGrp="1"/>
          </p:cNvSpPr>
          <p:nvPr>
            <p:ph type="body" sz="quarter" idx="12"/>
          </p:nvPr>
        </p:nvSpPr>
        <p:spPr>
          <a:xfrm>
            <a:off x="457202" y="1015603"/>
            <a:ext cx="8574087" cy="327064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62257488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mc:Choice>
    <mc:Fallback xmlns="">
      <p:transition spd="slow"/>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1387" y="65880"/>
            <a:ext cx="8396863" cy="670322"/>
          </a:xfrm>
          <a:prstGeom prst="rect">
            <a:avLst/>
          </a:prstGeom>
        </p:spPr>
        <p:txBody>
          <a:bodyPr vert="horz" lIns="0" tIns="0" rIns="0" bIns="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61387" y="1015604"/>
            <a:ext cx="8396863" cy="3579019"/>
          </a:xfrm>
          <a:prstGeom prst="rect">
            <a:avLst/>
          </a:prstGeom>
        </p:spPr>
        <p:txBody>
          <a:bodyPr vert="horz" lIns="0" tIns="0" rIns="0" bIns="0" rtlCol="0">
            <a:no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6" name="Slide Number Placeholder 5"/>
          <p:cNvSpPr>
            <a:spLocks noGrp="1"/>
          </p:cNvSpPr>
          <p:nvPr>
            <p:ph type="sldNum" sz="quarter" idx="4"/>
          </p:nvPr>
        </p:nvSpPr>
        <p:spPr>
          <a:xfrm>
            <a:off x="8458200" y="4825084"/>
            <a:ext cx="386530" cy="185420"/>
          </a:xfrm>
          <a:prstGeom prst="rect">
            <a:avLst/>
          </a:prstGeom>
        </p:spPr>
        <p:txBody>
          <a:bodyPr vert="horz" wrap="none" lIns="0" tIns="0" rIns="0" bIns="0" rtlCol="0" anchor="ctr"/>
          <a:lstStyle>
            <a:lvl1pPr>
              <a:defRPr lang="en-US" sz="800" b="0" smtClean="0">
                <a:latin typeface="Arial" pitchFamily="34" charset="0"/>
                <a:cs typeface="Arial" pitchFamily="34" charset="0"/>
              </a:defRPr>
            </a:lvl1pPr>
          </a:lstStyle>
          <a:p>
            <a:pPr algn="r"/>
            <a:fld id="{F18F5FCC-583C-47C6-9953-2F6AD74D46AE}" type="slidenum">
              <a:rPr lang="en-US" smtClean="0"/>
              <a:pPr algn="r"/>
              <a:t>‹#›</a:t>
            </a:fld>
            <a:endParaRPr lang="en-US" dirty="0"/>
          </a:p>
        </p:txBody>
      </p:sp>
      <p:pic>
        <p:nvPicPr>
          <p:cNvPr id="9" name="Picture 8"/>
          <p:cNvPicPr>
            <a:picLocks noChangeAspect="1"/>
          </p:cNvPicPr>
          <p:nvPr/>
        </p:nvPicPr>
        <p:blipFill>
          <a:blip r:embed="rId32" cstate="print">
            <a:extLst>
              <a:ext uri="{28A0092B-C50C-407E-A947-70E740481C1C}">
                <a14:useLocalDpi xmlns:a14="http://schemas.microsoft.com/office/drawing/2010/main" val="0"/>
              </a:ext>
            </a:extLst>
          </a:blip>
          <a:stretch>
            <a:fillRect/>
          </a:stretch>
        </p:blipFill>
        <p:spPr>
          <a:xfrm>
            <a:off x="255371" y="4610700"/>
            <a:ext cx="1163554" cy="365688"/>
          </a:xfrm>
          <a:prstGeom prst="rect">
            <a:avLst/>
          </a:prstGeom>
        </p:spPr>
      </p:pic>
    </p:spTree>
    <p:extLst>
      <p:ext uri="{BB962C8B-B14F-4D97-AF65-F5344CB8AC3E}">
        <p14:creationId xmlns:p14="http://schemas.microsoft.com/office/powerpoint/2010/main" val="966498941"/>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84" r:id="rId6"/>
    <p:sldLayoutId id="2147483666" r:id="rId7"/>
    <p:sldLayoutId id="2147483685" r:id="rId8"/>
    <p:sldLayoutId id="2147483650" r:id="rId9"/>
    <p:sldLayoutId id="2147483686" r:id="rId10"/>
    <p:sldLayoutId id="2147483669" r:id="rId11"/>
    <p:sldLayoutId id="2147483687" r:id="rId12"/>
    <p:sldLayoutId id="2147483668" r:id="rId13"/>
    <p:sldLayoutId id="2147483688" r:id="rId14"/>
    <p:sldLayoutId id="2147483671" r:id="rId15"/>
    <p:sldLayoutId id="2147483689" r:id="rId16"/>
    <p:sldLayoutId id="2147483654" r:id="rId17"/>
    <p:sldLayoutId id="2147483691" r:id="rId18"/>
    <p:sldLayoutId id="2147483655" r:id="rId19"/>
    <p:sldLayoutId id="2147483670" r:id="rId20"/>
    <p:sldLayoutId id="2147483672" r:id="rId21"/>
    <p:sldLayoutId id="2147483673" r:id="rId22"/>
    <p:sldLayoutId id="2147483674" r:id="rId23"/>
    <p:sldLayoutId id="2147483675" r:id="rId24"/>
    <p:sldLayoutId id="2147483679" r:id="rId25"/>
    <p:sldLayoutId id="2147483683" r:id="rId26"/>
    <p:sldLayoutId id="2147483676" r:id="rId27"/>
    <p:sldLayoutId id="2147483690" r:id="rId28"/>
    <p:sldLayoutId id="2147483681" r:id="rId29"/>
    <p:sldLayoutId id="2147483682" r:id="rId30"/>
  </p:sldLayoutIdLst>
  <p:hf hdr="0" ftr="0" dt="0"/>
  <p:txStyles>
    <p:titleStyle>
      <a:lvl1pPr algn="l" defTabSz="914400" rtl="0" eaLnBrk="1" latinLnBrk="0" hangingPunct="1">
        <a:spcBef>
          <a:spcPct val="0"/>
        </a:spcBef>
        <a:buNone/>
        <a:defRPr sz="3000" kern="1200">
          <a:solidFill>
            <a:schemeClr val="tx1"/>
          </a:solidFill>
          <a:latin typeface="+mj-lt"/>
          <a:ea typeface="+mj-ea"/>
          <a:cs typeface="+mj-cs"/>
        </a:defRPr>
      </a:lvl1pPr>
    </p:titleStyle>
    <p:bodyStyle>
      <a:lvl1pPr marL="0" indent="0" algn="l" defTabSz="914400" rtl="0" eaLnBrk="1" latinLnBrk="0" hangingPunct="1">
        <a:lnSpc>
          <a:spcPct val="95000"/>
        </a:lnSpc>
        <a:spcBef>
          <a:spcPts val="2400"/>
        </a:spcBef>
        <a:spcAft>
          <a:spcPts val="600"/>
        </a:spcAft>
        <a:buFont typeface="Arial" panose="020B0604020202020204" pitchFamily="34" charset="0"/>
        <a:buNone/>
        <a:defRPr sz="2400" kern="1200">
          <a:solidFill>
            <a:schemeClr val="accent1"/>
          </a:solidFill>
          <a:latin typeface="+mn-lt"/>
          <a:ea typeface="+mn-ea"/>
          <a:cs typeface="+mn-cs"/>
        </a:defRPr>
      </a:lvl1pPr>
      <a:lvl2pPr marL="398463" indent="-171450" algn="l" defTabSz="914400" rtl="0" eaLnBrk="1" latinLnBrk="0" hangingPunct="1">
        <a:lnSpc>
          <a:spcPct val="95000"/>
        </a:lnSpc>
        <a:spcBef>
          <a:spcPts val="0"/>
        </a:spcBef>
        <a:spcAft>
          <a:spcPts val="600"/>
        </a:spcAft>
        <a:buClr>
          <a:schemeClr val="accent1"/>
        </a:buClr>
        <a:buFont typeface="Arial" panose="020B0604020202020204" pitchFamily="34" charset="0"/>
        <a:buChar char="•"/>
        <a:defRPr sz="2000" kern="1200">
          <a:solidFill>
            <a:schemeClr val="tx1"/>
          </a:solidFill>
          <a:latin typeface="+mn-lt"/>
          <a:ea typeface="+mn-ea"/>
          <a:cs typeface="+mn-cs"/>
        </a:defRPr>
      </a:lvl2pPr>
      <a:lvl3pPr marL="628650" indent="-165100" algn="l" defTabSz="914400" rtl="0" eaLnBrk="1" latinLnBrk="0" hangingPunct="1">
        <a:lnSpc>
          <a:spcPct val="95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3pPr>
      <a:lvl4pPr marL="855663" indent="-171450" algn="l" defTabSz="914400" rtl="0" eaLnBrk="1" latinLnBrk="0" hangingPunct="1">
        <a:lnSpc>
          <a:spcPct val="95000"/>
        </a:lnSpc>
        <a:spcBef>
          <a:spcPts val="0"/>
        </a:spcBef>
        <a:spcAft>
          <a:spcPts val="400"/>
        </a:spcAft>
        <a:buFont typeface="Arial" panose="020B0604020202020204" pitchFamily="34" charset="0"/>
        <a:buChar char="•"/>
        <a:defRPr sz="1600" kern="1200">
          <a:solidFill>
            <a:schemeClr val="tx1"/>
          </a:solidFill>
          <a:latin typeface="+mn-lt"/>
          <a:ea typeface="+mn-ea"/>
          <a:cs typeface="+mn-cs"/>
        </a:defRPr>
      </a:lvl4pPr>
      <a:lvl5pPr marL="1139825" indent="-227013" algn="l" defTabSz="914400" rtl="0" eaLnBrk="1" latinLnBrk="0" hangingPunct="1">
        <a:lnSpc>
          <a:spcPct val="95000"/>
        </a:lnSpc>
        <a:spcBef>
          <a:spcPts val="0"/>
        </a:spcBef>
        <a:spcAft>
          <a:spcPts val="400"/>
        </a:spcAft>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5.emf"/><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Oval 21"/>
          <p:cNvSpPr/>
          <p:nvPr/>
        </p:nvSpPr>
        <p:spPr>
          <a:xfrm>
            <a:off x="1347832" y="971550"/>
            <a:ext cx="1219201" cy="1117831"/>
          </a:xfrm>
          <a:prstGeom prst="ellipse">
            <a:avLst/>
          </a:prstGeom>
          <a:solidFill>
            <a:srgbClr val="FFFFFF"/>
          </a:solidFill>
          <a:ln w="28575" cap="flat" cmpd="sng" algn="ctr">
            <a:solidFill>
              <a:srgbClr val="FFFFFF">
                <a:lumMod val="75000"/>
              </a:srgbClr>
            </a:solidFill>
            <a:prstDash val="solid"/>
          </a:ln>
          <a:effectLst/>
        </p:spPr>
        <p:txBody>
          <a:bodyPr lIns="0" tIns="0" rIns="0" bIns="0" rtlCol="0" anchor="ctr"/>
          <a:lstStyle/>
          <a:p>
            <a:pPr algn="ctr" defTabSz="685654">
              <a:defRPr/>
            </a:pPr>
            <a:r>
              <a:rPr lang="en-US" sz="800" b="1" kern="0" dirty="0" smtClean="0">
                <a:gradFill>
                  <a:gsLst>
                    <a:gs pos="1250">
                      <a:srgbClr val="E87722"/>
                    </a:gs>
                    <a:gs pos="99000">
                      <a:srgbClr val="E87722"/>
                    </a:gs>
                  </a:gsLst>
                  <a:lin ang="5400000" scaled="0"/>
                </a:gradFill>
                <a:latin typeface="Arial"/>
              </a:rPr>
              <a:t>Business Understanding</a:t>
            </a:r>
            <a:endParaRPr lang="en-US" sz="800" b="1" kern="0" dirty="0">
              <a:gradFill>
                <a:gsLst>
                  <a:gs pos="1250">
                    <a:srgbClr val="E87722"/>
                  </a:gs>
                  <a:gs pos="99000">
                    <a:srgbClr val="E87722"/>
                  </a:gs>
                </a:gsLst>
                <a:lin ang="5400000" scaled="0"/>
              </a:gradFill>
              <a:latin typeface="Arial"/>
            </a:endParaRPr>
          </a:p>
        </p:txBody>
      </p:sp>
      <p:sp>
        <p:nvSpPr>
          <p:cNvPr id="5" name="Slide Number Placeholder 4"/>
          <p:cNvSpPr>
            <a:spLocks noGrp="1"/>
          </p:cNvSpPr>
          <p:nvPr>
            <p:ph type="sldNum" sz="quarter" idx="11"/>
          </p:nvPr>
        </p:nvSpPr>
        <p:spPr/>
        <p:txBody>
          <a:bodyPr/>
          <a:lstStyle/>
          <a:p>
            <a:fld id="{F18F5FCC-583C-47C6-9953-2F6AD74D46AE}" type="slidenum">
              <a:rPr lang="en-US" smtClean="0"/>
              <a:pPr/>
              <a:t>1</a:t>
            </a:fld>
            <a:endParaRPr lang="en-US" dirty="0"/>
          </a:p>
        </p:txBody>
      </p:sp>
      <p:sp>
        <p:nvSpPr>
          <p:cNvPr id="2" name="Title 1"/>
          <p:cNvSpPr>
            <a:spLocks noGrp="1"/>
          </p:cNvSpPr>
          <p:nvPr>
            <p:ph type="title"/>
          </p:nvPr>
        </p:nvSpPr>
        <p:spPr/>
        <p:txBody>
          <a:bodyPr/>
          <a:lstStyle/>
          <a:p>
            <a:r>
              <a:rPr lang="en-US" sz="2400" dirty="0" smtClean="0"/>
              <a:t>Crisp-DM: </a:t>
            </a:r>
            <a:r>
              <a:rPr lang="en-US" sz="2400" dirty="0" err="1" smtClean="0"/>
              <a:t>CRoss</a:t>
            </a:r>
            <a:r>
              <a:rPr lang="en-US" sz="2400" dirty="0" smtClean="0"/>
              <a:t>-Industry </a:t>
            </a:r>
            <a:r>
              <a:rPr lang="en-US" sz="2400" dirty="0"/>
              <a:t>S</a:t>
            </a:r>
            <a:r>
              <a:rPr lang="en-US" sz="2400" dirty="0" smtClean="0"/>
              <a:t>tandard </a:t>
            </a:r>
            <a:r>
              <a:rPr lang="en-US" sz="2400" dirty="0"/>
              <a:t>P</a:t>
            </a:r>
            <a:r>
              <a:rPr lang="en-US" sz="2400" dirty="0" smtClean="0"/>
              <a:t>rocess </a:t>
            </a:r>
            <a:r>
              <a:rPr lang="en-US" sz="2400" dirty="0"/>
              <a:t>for </a:t>
            </a:r>
            <a:r>
              <a:rPr lang="en-US" sz="2400" dirty="0" smtClean="0"/>
              <a:t>Data </a:t>
            </a:r>
            <a:r>
              <a:rPr lang="en-US" sz="2400" dirty="0"/>
              <a:t>M</a:t>
            </a:r>
            <a:r>
              <a:rPr lang="en-US" sz="2400" dirty="0" smtClean="0"/>
              <a:t>ining</a:t>
            </a:r>
            <a:endParaRPr lang="en-US" sz="2400" dirty="0"/>
          </a:p>
        </p:txBody>
      </p:sp>
      <p:sp>
        <p:nvSpPr>
          <p:cNvPr id="50" name="Oval 49"/>
          <p:cNvSpPr/>
          <p:nvPr/>
        </p:nvSpPr>
        <p:spPr>
          <a:xfrm>
            <a:off x="3657600" y="971550"/>
            <a:ext cx="1219201" cy="1117831"/>
          </a:xfrm>
          <a:prstGeom prst="ellipse">
            <a:avLst/>
          </a:prstGeom>
          <a:solidFill>
            <a:srgbClr val="FFFFFF"/>
          </a:solidFill>
          <a:ln w="28575" cap="flat" cmpd="sng" algn="ctr">
            <a:solidFill>
              <a:srgbClr val="FFFFFF">
                <a:lumMod val="75000"/>
              </a:srgbClr>
            </a:solidFill>
            <a:prstDash val="solid"/>
          </a:ln>
          <a:effectLst/>
        </p:spPr>
        <p:txBody>
          <a:bodyPr lIns="0" tIns="0" rIns="0" bIns="0" rtlCol="0" anchor="ctr"/>
          <a:lstStyle/>
          <a:p>
            <a:pPr algn="ctr" defTabSz="685654">
              <a:defRPr/>
            </a:pPr>
            <a:r>
              <a:rPr lang="en-US" sz="800" b="1" kern="0" dirty="0" smtClean="0">
                <a:gradFill>
                  <a:gsLst>
                    <a:gs pos="1250">
                      <a:srgbClr val="E87722"/>
                    </a:gs>
                    <a:gs pos="99000">
                      <a:srgbClr val="E87722"/>
                    </a:gs>
                  </a:gsLst>
                  <a:lin ang="5400000" scaled="0"/>
                </a:gradFill>
                <a:latin typeface="Arial"/>
              </a:rPr>
              <a:t>Data</a:t>
            </a:r>
          </a:p>
          <a:p>
            <a:pPr algn="ctr" defTabSz="685654">
              <a:defRPr/>
            </a:pPr>
            <a:r>
              <a:rPr lang="en-US" sz="800" b="1" kern="0" dirty="0" smtClean="0">
                <a:gradFill>
                  <a:gsLst>
                    <a:gs pos="1250">
                      <a:srgbClr val="E87722"/>
                    </a:gs>
                    <a:gs pos="99000">
                      <a:srgbClr val="E87722"/>
                    </a:gs>
                  </a:gsLst>
                  <a:lin ang="5400000" scaled="0"/>
                </a:gradFill>
                <a:latin typeface="Arial"/>
              </a:rPr>
              <a:t>Understanding</a:t>
            </a:r>
            <a:endParaRPr lang="en-US" sz="800" b="1" kern="0" dirty="0">
              <a:gradFill>
                <a:gsLst>
                  <a:gs pos="1250">
                    <a:srgbClr val="E87722"/>
                  </a:gs>
                  <a:gs pos="99000">
                    <a:srgbClr val="E87722"/>
                  </a:gs>
                </a:gsLst>
                <a:lin ang="5400000" scaled="0"/>
              </a:gradFill>
              <a:latin typeface="Aria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7088" y="1067099"/>
            <a:ext cx="420687" cy="341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Oval 23"/>
          <p:cNvSpPr/>
          <p:nvPr/>
        </p:nvSpPr>
        <p:spPr>
          <a:xfrm>
            <a:off x="5943598" y="937255"/>
            <a:ext cx="1219201" cy="1117831"/>
          </a:xfrm>
          <a:prstGeom prst="ellipse">
            <a:avLst/>
          </a:prstGeom>
          <a:solidFill>
            <a:srgbClr val="FFFFFF"/>
          </a:solidFill>
          <a:ln w="28575" cap="flat" cmpd="sng" algn="ctr">
            <a:solidFill>
              <a:srgbClr val="FFFFFF">
                <a:lumMod val="75000"/>
              </a:srgbClr>
            </a:solidFill>
            <a:prstDash val="solid"/>
          </a:ln>
          <a:effectLst/>
        </p:spPr>
        <p:txBody>
          <a:bodyPr lIns="0" tIns="0" rIns="0" bIns="0" rtlCol="0" anchor="ctr"/>
          <a:lstStyle/>
          <a:p>
            <a:pPr algn="ctr" defTabSz="685654">
              <a:defRPr/>
            </a:pPr>
            <a:r>
              <a:rPr lang="en-US" sz="800" b="1" kern="0" dirty="0" smtClean="0">
                <a:gradFill>
                  <a:gsLst>
                    <a:gs pos="1250">
                      <a:srgbClr val="E87722"/>
                    </a:gs>
                    <a:gs pos="99000">
                      <a:srgbClr val="E87722"/>
                    </a:gs>
                  </a:gsLst>
                  <a:lin ang="5400000" scaled="0"/>
                </a:gradFill>
                <a:latin typeface="Arial"/>
              </a:rPr>
              <a:t>Data Preparation</a:t>
            </a:r>
            <a:endParaRPr lang="en-US" sz="800" b="1" kern="0" dirty="0">
              <a:gradFill>
                <a:gsLst>
                  <a:gs pos="1250">
                    <a:srgbClr val="E87722"/>
                  </a:gs>
                  <a:gs pos="99000">
                    <a:srgbClr val="E87722"/>
                  </a:gs>
                </a:gsLst>
                <a:lin ang="5400000" scaled="0"/>
              </a:gradFill>
              <a:latin typeface="Arial"/>
            </a:endParaRPr>
          </a:p>
        </p:txBody>
      </p:sp>
      <p:sp>
        <p:nvSpPr>
          <p:cNvPr id="26" name="Oval 25"/>
          <p:cNvSpPr/>
          <p:nvPr/>
        </p:nvSpPr>
        <p:spPr>
          <a:xfrm>
            <a:off x="1347832" y="3181350"/>
            <a:ext cx="1219201" cy="1117831"/>
          </a:xfrm>
          <a:prstGeom prst="ellipse">
            <a:avLst/>
          </a:prstGeom>
          <a:solidFill>
            <a:srgbClr val="FFFFFF"/>
          </a:solidFill>
          <a:ln w="28575" cap="flat" cmpd="sng" algn="ctr">
            <a:solidFill>
              <a:srgbClr val="FFFFFF">
                <a:lumMod val="75000"/>
              </a:srgbClr>
            </a:solidFill>
            <a:prstDash val="solid"/>
          </a:ln>
          <a:effectLst/>
        </p:spPr>
        <p:txBody>
          <a:bodyPr lIns="0" tIns="0" rIns="0" bIns="0" rtlCol="0" anchor="ctr"/>
          <a:lstStyle/>
          <a:p>
            <a:pPr algn="ctr" defTabSz="685654">
              <a:defRPr/>
            </a:pPr>
            <a:r>
              <a:rPr lang="en-US" sz="800" b="1" kern="0" dirty="0" smtClean="0">
                <a:gradFill>
                  <a:gsLst>
                    <a:gs pos="1250">
                      <a:srgbClr val="E87722"/>
                    </a:gs>
                    <a:gs pos="99000">
                      <a:srgbClr val="E87722"/>
                    </a:gs>
                  </a:gsLst>
                  <a:lin ang="5400000" scaled="0"/>
                </a:gradFill>
                <a:latin typeface="Arial"/>
              </a:rPr>
              <a:t>Deployment</a:t>
            </a:r>
            <a:endParaRPr lang="en-US" sz="800" b="1" kern="0" dirty="0">
              <a:gradFill>
                <a:gsLst>
                  <a:gs pos="1250">
                    <a:srgbClr val="E87722"/>
                  </a:gs>
                  <a:gs pos="99000">
                    <a:srgbClr val="E87722"/>
                  </a:gs>
                </a:gsLst>
                <a:lin ang="5400000" scaled="0"/>
              </a:gradFill>
              <a:latin typeface="Arial"/>
            </a:endParaRPr>
          </a:p>
        </p:txBody>
      </p:sp>
      <p:sp>
        <p:nvSpPr>
          <p:cNvPr id="29" name="Oval 28"/>
          <p:cNvSpPr/>
          <p:nvPr/>
        </p:nvSpPr>
        <p:spPr>
          <a:xfrm>
            <a:off x="3657600" y="3181347"/>
            <a:ext cx="1219201" cy="1117831"/>
          </a:xfrm>
          <a:prstGeom prst="ellipse">
            <a:avLst/>
          </a:prstGeom>
          <a:solidFill>
            <a:srgbClr val="FFFFFF"/>
          </a:solidFill>
          <a:ln w="28575" cap="flat" cmpd="sng" algn="ctr">
            <a:solidFill>
              <a:srgbClr val="FFFFFF">
                <a:lumMod val="75000"/>
              </a:srgbClr>
            </a:solidFill>
            <a:prstDash val="solid"/>
          </a:ln>
          <a:effectLst/>
        </p:spPr>
        <p:txBody>
          <a:bodyPr lIns="0" tIns="0" rIns="0" bIns="0" rtlCol="0" anchor="ctr"/>
          <a:lstStyle/>
          <a:p>
            <a:pPr algn="ctr" defTabSz="685654">
              <a:defRPr/>
            </a:pPr>
            <a:r>
              <a:rPr lang="en-US" sz="800" b="1" kern="0" dirty="0" smtClean="0">
                <a:gradFill>
                  <a:gsLst>
                    <a:gs pos="1250">
                      <a:srgbClr val="E87722"/>
                    </a:gs>
                    <a:gs pos="99000">
                      <a:srgbClr val="E87722"/>
                    </a:gs>
                  </a:gsLst>
                  <a:lin ang="5400000" scaled="0"/>
                </a:gradFill>
                <a:latin typeface="Arial"/>
              </a:rPr>
              <a:t>Evaluation</a:t>
            </a:r>
            <a:endParaRPr lang="en-US" sz="800" b="1" kern="0" dirty="0">
              <a:gradFill>
                <a:gsLst>
                  <a:gs pos="1250">
                    <a:srgbClr val="E87722"/>
                  </a:gs>
                  <a:gs pos="99000">
                    <a:srgbClr val="E87722"/>
                  </a:gs>
                </a:gsLst>
                <a:lin ang="5400000" scaled="0"/>
              </a:gradFill>
              <a:latin typeface="Arial"/>
            </a:endParaRPr>
          </a:p>
        </p:txBody>
      </p:sp>
      <p:sp>
        <p:nvSpPr>
          <p:cNvPr id="31" name="Oval 30"/>
          <p:cNvSpPr/>
          <p:nvPr/>
        </p:nvSpPr>
        <p:spPr>
          <a:xfrm>
            <a:off x="5943598" y="3181350"/>
            <a:ext cx="1219201" cy="1117831"/>
          </a:xfrm>
          <a:prstGeom prst="ellipse">
            <a:avLst/>
          </a:prstGeom>
          <a:solidFill>
            <a:srgbClr val="FFFFFF"/>
          </a:solidFill>
          <a:ln w="28575" cap="flat" cmpd="sng" algn="ctr">
            <a:solidFill>
              <a:srgbClr val="FFFFFF">
                <a:lumMod val="75000"/>
              </a:srgbClr>
            </a:solidFill>
            <a:prstDash val="solid"/>
          </a:ln>
          <a:effectLst/>
        </p:spPr>
        <p:txBody>
          <a:bodyPr lIns="0" tIns="0" rIns="0" bIns="0" rtlCol="0" anchor="ctr"/>
          <a:lstStyle/>
          <a:p>
            <a:pPr algn="ctr" defTabSz="685654">
              <a:defRPr/>
            </a:pPr>
            <a:r>
              <a:rPr lang="en-US" sz="800" b="1" kern="0" dirty="0" smtClean="0">
                <a:gradFill>
                  <a:gsLst>
                    <a:gs pos="1250">
                      <a:srgbClr val="E87722"/>
                    </a:gs>
                    <a:gs pos="99000">
                      <a:srgbClr val="E87722"/>
                    </a:gs>
                  </a:gsLst>
                  <a:lin ang="5400000" scaled="0"/>
                </a:gradFill>
                <a:latin typeface="Arial"/>
              </a:rPr>
              <a:t>Modeling</a:t>
            </a:r>
            <a:endParaRPr lang="en-US" sz="800" b="1" kern="0" dirty="0">
              <a:gradFill>
                <a:gsLst>
                  <a:gs pos="1250">
                    <a:srgbClr val="E87722"/>
                  </a:gs>
                  <a:gs pos="99000">
                    <a:srgbClr val="E87722"/>
                  </a:gs>
                </a:gsLst>
                <a:lin ang="5400000" scaled="0"/>
              </a:gradFill>
              <a:latin typeface="Arial"/>
            </a:endParaRPr>
          </a:p>
        </p:txBody>
      </p:sp>
      <p:cxnSp>
        <p:nvCxnSpPr>
          <p:cNvPr id="33" name="Straight Arrow Connector 32"/>
          <p:cNvCxnSpPr/>
          <p:nvPr/>
        </p:nvCxnSpPr>
        <p:spPr bwMode="black">
          <a:xfrm>
            <a:off x="2667000" y="1530465"/>
            <a:ext cx="914400" cy="0"/>
          </a:xfrm>
          <a:prstGeom prst="straightConnector1">
            <a:avLst/>
          </a:prstGeom>
          <a:solidFill>
            <a:schemeClr val="bg1"/>
          </a:solidFill>
          <a:ln w="28575">
            <a:solidFill>
              <a:schemeClr val="accent4"/>
            </a:solidFill>
            <a:headEnd type="arrow"/>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Arrow Connector 34"/>
          <p:cNvCxnSpPr/>
          <p:nvPr/>
        </p:nvCxnSpPr>
        <p:spPr bwMode="black">
          <a:xfrm>
            <a:off x="4953000" y="1493536"/>
            <a:ext cx="914400" cy="0"/>
          </a:xfrm>
          <a:prstGeom prst="straightConnector1">
            <a:avLst/>
          </a:prstGeom>
          <a:solidFill>
            <a:schemeClr val="bg1"/>
          </a:solidFill>
          <a:ln w="28575">
            <a:solidFill>
              <a:schemeClr val="accent4"/>
            </a:solidFill>
            <a:headEnd type="none"/>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Arrow Connector 38"/>
          <p:cNvCxnSpPr/>
          <p:nvPr/>
        </p:nvCxnSpPr>
        <p:spPr bwMode="black">
          <a:xfrm flipV="1">
            <a:off x="6553198" y="2114550"/>
            <a:ext cx="0" cy="990600"/>
          </a:xfrm>
          <a:prstGeom prst="straightConnector1">
            <a:avLst/>
          </a:prstGeom>
          <a:solidFill>
            <a:schemeClr val="bg1"/>
          </a:solidFill>
          <a:ln w="28575">
            <a:solidFill>
              <a:schemeClr val="accent4"/>
            </a:solidFill>
            <a:headEnd type="arrow"/>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Arrow Connector 42"/>
          <p:cNvCxnSpPr/>
          <p:nvPr/>
        </p:nvCxnSpPr>
        <p:spPr bwMode="black">
          <a:xfrm>
            <a:off x="4953000" y="3740262"/>
            <a:ext cx="914400" cy="0"/>
          </a:xfrm>
          <a:prstGeom prst="straightConnector1">
            <a:avLst/>
          </a:prstGeom>
          <a:solidFill>
            <a:schemeClr val="bg1"/>
          </a:solidFill>
          <a:ln w="28575">
            <a:solidFill>
              <a:schemeClr val="accent4"/>
            </a:solidFill>
            <a:headEnd type="arrow"/>
            <a:tailEnd type="none"/>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Arrow Connector 43"/>
          <p:cNvCxnSpPr/>
          <p:nvPr/>
        </p:nvCxnSpPr>
        <p:spPr bwMode="black">
          <a:xfrm>
            <a:off x="2667000" y="3740262"/>
            <a:ext cx="914400" cy="0"/>
          </a:xfrm>
          <a:prstGeom prst="straightConnector1">
            <a:avLst/>
          </a:prstGeom>
          <a:solidFill>
            <a:schemeClr val="bg1"/>
          </a:solidFill>
          <a:ln w="28575">
            <a:solidFill>
              <a:schemeClr val="accent4"/>
            </a:solidFill>
            <a:headEnd type="arrow"/>
            <a:tailEnd type="none"/>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Arrow Connector 44"/>
          <p:cNvCxnSpPr/>
          <p:nvPr/>
        </p:nvCxnSpPr>
        <p:spPr bwMode="black">
          <a:xfrm>
            <a:off x="2438400" y="2055086"/>
            <a:ext cx="1295400" cy="1059938"/>
          </a:xfrm>
          <a:prstGeom prst="straightConnector1">
            <a:avLst/>
          </a:prstGeom>
          <a:solidFill>
            <a:schemeClr val="bg1"/>
          </a:solidFill>
          <a:ln w="28575">
            <a:solidFill>
              <a:schemeClr val="accent4"/>
            </a:solidFill>
            <a:headEnd type="arrow"/>
            <a:tailEnd type="none"/>
          </a:ln>
        </p:spPr>
        <p:style>
          <a:lnRef idx="2">
            <a:schemeClr val="accent1">
              <a:shade val="50000"/>
            </a:schemeClr>
          </a:lnRef>
          <a:fillRef idx="1">
            <a:schemeClr val="accent1"/>
          </a:fillRef>
          <a:effectRef idx="0">
            <a:schemeClr val="accent1"/>
          </a:effectRef>
          <a:fontRef idx="minor">
            <a:schemeClr val="lt1"/>
          </a:fontRef>
        </p:style>
      </p:cxnSp>
      <p:sp>
        <p:nvSpPr>
          <p:cNvPr id="55" name="Freeform 73"/>
          <p:cNvSpPr>
            <a:spLocks/>
          </p:cNvSpPr>
          <p:nvPr/>
        </p:nvSpPr>
        <p:spPr bwMode="auto">
          <a:xfrm>
            <a:off x="4158108" y="1700411"/>
            <a:ext cx="218184" cy="295476"/>
          </a:xfrm>
          <a:custGeom>
            <a:avLst/>
            <a:gdLst>
              <a:gd name="T0" fmla="*/ 446 w 446"/>
              <a:gd name="T1" fmla="*/ 604 h 604"/>
              <a:gd name="T2" fmla="*/ 0 w 446"/>
              <a:gd name="T3" fmla="*/ 604 h 604"/>
              <a:gd name="T4" fmla="*/ 0 w 446"/>
              <a:gd name="T5" fmla="*/ 0 h 604"/>
              <a:gd name="T6" fmla="*/ 446 w 446"/>
              <a:gd name="T7" fmla="*/ 0 h 604"/>
              <a:gd name="T8" fmla="*/ 446 w 446"/>
              <a:gd name="T9" fmla="*/ 283 h 604"/>
              <a:gd name="T10" fmla="*/ 427 w 446"/>
              <a:gd name="T11" fmla="*/ 283 h 604"/>
              <a:gd name="T12" fmla="*/ 427 w 446"/>
              <a:gd name="T13" fmla="*/ 19 h 604"/>
              <a:gd name="T14" fmla="*/ 19 w 446"/>
              <a:gd name="T15" fmla="*/ 19 h 604"/>
              <a:gd name="T16" fmla="*/ 19 w 446"/>
              <a:gd name="T17" fmla="*/ 586 h 604"/>
              <a:gd name="T18" fmla="*/ 427 w 446"/>
              <a:gd name="T19" fmla="*/ 586 h 604"/>
              <a:gd name="T20" fmla="*/ 427 w 446"/>
              <a:gd name="T21" fmla="*/ 486 h 604"/>
              <a:gd name="T22" fmla="*/ 446 w 446"/>
              <a:gd name="T23" fmla="*/ 486 h 604"/>
              <a:gd name="T24" fmla="*/ 446 w 446"/>
              <a:gd name="T25" fmla="*/ 604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6" h="604">
                <a:moveTo>
                  <a:pt x="446" y="604"/>
                </a:moveTo>
                <a:lnTo>
                  <a:pt x="0" y="604"/>
                </a:lnTo>
                <a:lnTo>
                  <a:pt x="0" y="0"/>
                </a:lnTo>
                <a:lnTo>
                  <a:pt x="446" y="0"/>
                </a:lnTo>
                <a:lnTo>
                  <a:pt x="446" y="283"/>
                </a:lnTo>
                <a:lnTo>
                  <a:pt x="427" y="283"/>
                </a:lnTo>
                <a:lnTo>
                  <a:pt x="427" y="19"/>
                </a:lnTo>
                <a:lnTo>
                  <a:pt x="19" y="19"/>
                </a:lnTo>
                <a:lnTo>
                  <a:pt x="19" y="586"/>
                </a:lnTo>
                <a:lnTo>
                  <a:pt x="427" y="586"/>
                </a:lnTo>
                <a:lnTo>
                  <a:pt x="427" y="486"/>
                </a:lnTo>
                <a:lnTo>
                  <a:pt x="446" y="486"/>
                </a:lnTo>
                <a:lnTo>
                  <a:pt x="446" y="604"/>
                </a:lnTo>
                <a:close/>
              </a:path>
            </a:pathLst>
          </a:custGeom>
          <a:solidFill>
            <a:srgbClr val="888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74"/>
          <p:cNvSpPr>
            <a:spLocks noChangeArrowheads="1"/>
          </p:cNvSpPr>
          <p:nvPr/>
        </p:nvSpPr>
        <p:spPr bwMode="auto">
          <a:xfrm>
            <a:off x="4195287" y="1766453"/>
            <a:ext cx="72402" cy="8806"/>
          </a:xfrm>
          <a:prstGeom prst="rect">
            <a:avLst/>
          </a:prstGeom>
          <a:solidFill>
            <a:srgbClr val="888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Rectangle 75"/>
          <p:cNvSpPr>
            <a:spLocks noChangeArrowheads="1"/>
          </p:cNvSpPr>
          <p:nvPr/>
        </p:nvSpPr>
        <p:spPr bwMode="auto">
          <a:xfrm>
            <a:off x="4192841" y="1883861"/>
            <a:ext cx="77294" cy="9295"/>
          </a:xfrm>
          <a:prstGeom prst="rect">
            <a:avLst/>
          </a:prstGeom>
          <a:solidFill>
            <a:srgbClr val="888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76"/>
          <p:cNvSpPr>
            <a:spLocks noChangeArrowheads="1"/>
          </p:cNvSpPr>
          <p:nvPr/>
        </p:nvSpPr>
        <p:spPr bwMode="auto">
          <a:xfrm>
            <a:off x="4192841" y="1918594"/>
            <a:ext cx="77294" cy="9295"/>
          </a:xfrm>
          <a:prstGeom prst="rect">
            <a:avLst/>
          </a:prstGeom>
          <a:solidFill>
            <a:srgbClr val="888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Rectangle 77"/>
          <p:cNvSpPr>
            <a:spLocks noChangeArrowheads="1"/>
          </p:cNvSpPr>
          <p:nvPr/>
        </p:nvSpPr>
        <p:spPr bwMode="auto">
          <a:xfrm>
            <a:off x="4192841" y="1854019"/>
            <a:ext cx="77294" cy="9295"/>
          </a:xfrm>
          <a:prstGeom prst="rect">
            <a:avLst/>
          </a:prstGeom>
          <a:solidFill>
            <a:srgbClr val="888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78"/>
          <p:cNvSpPr>
            <a:spLocks/>
          </p:cNvSpPr>
          <p:nvPr/>
        </p:nvSpPr>
        <p:spPr bwMode="auto">
          <a:xfrm>
            <a:off x="4291171" y="1809013"/>
            <a:ext cx="162415" cy="114472"/>
          </a:xfrm>
          <a:custGeom>
            <a:avLst/>
            <a:gdLst>
              <a:gd name="T0" fmla="*/ 110 w 332"/>
              <a:gd name="T1" fmla="*/ 234 h 234"/>
              <a:gd name="T2" fmla="*/ 0 w 332"/>
              <a:gd name="T3" fmla="*/ 123 h 234"/>
              <a:gd name="T4" fmla="*/ 14 w 332"/>
              <a:gd name="T5" fmla="*/ 109 h 234"/>
              <a:gd name="T6" fmla="*/ 110 w 332"/>
              <a:gd name="T7" fmla="*/ 208 h 234"/>
              <a:gd name="T8" fmla="*/ 318 w 332"/>
              <a:gd name="T9" fmla="*/ 0 h 234"/>
              <a:gd name="T10" fmla="*/ 332 w 332"/>
              <a:gd name="T11" fmla="*/ 12 h 234"/>
              <a:gd name="T12" fmla="*/ 110 w 332"/>
              <a:gd name="T13" fmla="*/ 234 h 234"/>
            </a:gdLst>
            <a:ahLst/>
            <a:cxnLst>
              <a:cxn ang="0">
                <a:pos x="T0" y="T1"/>
              </a:cxn>
              <a:cxn ang="0">
                <a:pos x="T2" y="T3"/>
              </a:cxn>
              <a:cxn ang="0">
                <a:pos x="T4" y="T5"/>
              </a:cxn>
              <a:cxn ang="0">
                <a:pos x="T6" y="T7"/>
              </a:cxn>
              <a:cxn ang="0">
                <a:pos x="T8" y="T9"/>
              </a:cxn>
              <a:cxn ang="0">
                <a:pos x="T10" y="T11"/>
              </a:cxn>
              <a:cxn ang="0">
                <a:pos x="T12" y="T13"/>
              </a:cxn>
            </a:cxnLst>
            <a:rect l="0" t="0" r="r" b="b"/>
            <a:pathLst>
              <a:path w="332" h="234">
                <a:moveTo>
                  <a:pt x="110" y="234"/>
                </a:moveTo>
                <a:lnTo>
                  <a:pt x="0" y="123"/>
                </a:lnTo>
                <a:lnTo>
                  <a:pt x="14" y="109"/>
                </a:lnTo>
                <a:lnTo>
                  <a:pt x="110" y="208"/>
                </a:lnTo>
                <a:lnTo>
                  <a:pt x="318" y="0"/>
                </a:lnTo>
                <a:lnTo>
                  <a:pt x="332" y="12"/>
                </a:lnTo>
                <a:lnTo>
                  <a:pt x="110" y="234"/>
                </a:lnTo>
                <a:close/>
              </a:path>
            </a:pathLst>
          </a:custGeom>
          <a:solidFill>
            <a:srgbClr val="E777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61" name="Group 60"/>
          <p:cNvGrpSpPr/>
          <p:nvPr/>
        </p:nvGrpSpPr>
        <p:grpSpPr>
          <a:xfrm>
            <a:off x="6397759" y="1047750"/>
            <a:ext cx="310877" cy="300867"/>
            <a:chOff x="2720975" y="3860800"/>
            <a:chExt cx="442913" cy="428626"/>
          </a:xfrm>
        </p:grpSpPr>
        <p:sp>
          <p:nvSpPr>
            <p:cNvPr id="62" name="Freeform 57"/>
            <p:cNvSpPr>
              <a:spLocks noEditPoints="1"/>
            </p:cNvSpPr>
            <p:nvPr/>
          </p:nvSpPr>
          <p:spPr bwMode="auto">
            <a:xfrm>
              <a:off x="2727325" y="3860800"/>
              <a:ext cx="434974" cy="428626"/>
            </a:xfrm>
            <a:custGeom>
              <a:avLst/>
              <a:gdLst>
                <a:gd name="T0" fmla="*/ 120 w 259"/>
                <a:gd name="T1" fmla="*/ 103 h 256"/>
                <a:gd name="T2" fmla="*/ 62 w 259"/>
                <a:gd name="T3" fmla="*/ 57 h 256"/>
                <a:gd name="T4" fmla="*/ 60 w 259"/>
                <a:gd name="T5" fmla="*/ 53 h 256"/>
                <a:gd name="T6" fmla="*/ 32 w 259"/>
                <a:gd name="T7" fmla="*/ 11 h 256"/>
                <a:gd name="T8" fmla="*/ 36 w 259"/>
                <a:gd name="T9" fmla="*/ 57 h 256"/>
                <a:gd name="T10" fmla="*/ 55 w 259"/>
                <a:gd name="T11" fmla="*/ 61 h 256"/>
                <a:gd name="T12" fmla="*/ 108 w 259"/>
                <a:gd name="T13" fmla="*/ 114 h 256"/>
                <a:gd name="T14" fmla="*/ 51 w 259"/>
                <a:gd name="T15" fmla="*/ 68 h 256"/>
                <a:gd name="T16" fmla="*/ 0 w 259"/>
                <a:gd name="T17" fmla="*/ 32 h 256"/>
                <a:gd name="T18" fmla="*/ 64 w 259"/>
                <a:gd name="T19" fmla="*/ 32 h 256"/>
                <a:gd name="T20" fmla="*/ 170 w 259"/>
                <a:gd name="T21" fmla="*/ 153 h 256"/>
                <a:gd name="T22" fmla="*/ 148 w 259"/>
                <a:gd name="T23" fmla="*/ 142 h 256"/>
                <a:gd name="T24" fmla="*/ 170 w 259"/>
                <a:gd name="T25" fmla="*/ 153 h 256"/>
                <a:gd name="T26" fmla="*/ 142 w 259"/>
                <a:gd name="T27" fmla="*/ 148 h 256"/>
                <a:gd name="T28" fmla="*/ 153 w 259"/>
                <a:gd name="T29" fmla="*/ 170 h 256"/>
                <a:gd name="T30" fmla="*/ 247 w 259"/>
                <a:gd name="T31" fmla="*/ 247 h 256"/>
                <a:gd name="T32" fmla="*/ 224 w 259"/>
                <a:gd name="T33" fmla="*/ 256 h 256"/>
                <a:gd name="T34" fmla="*/ 206 w 259"/>
                <a:gd name="T35" fmla="*/ 251 h 256"/>
                <a:gd name="T36" fmla="*/ 162 w 259"/>
                <a:gd name="T37" fmla="*/ 207 h 256"/>
                <a:gd name="T38" fmla="*/ 165 w 259"/>
                <a:gd name="T39" fmla="*/ 199 h 256"/>
                <a:gd name="T40" fmla="*/ 162 w 259"/>
                <a:gd name="T41" fmla="*/ 197 h 256"/>
                <a:gd name="T42" fmla="*/ 159 w 259"/>
                <a:gd name="T43" fmla="*/ 199 h 256"/>
                <a:gd name="T44" fmla="*/ 139 w 259"/>
                <a:gd name="T45" fmla="*/ 184 h 256"/>
                <a:gd name="T46" fmla="*/ 201 w 259"/>
                <a:gd name="T47" fmla="*/ 156 h 256"/>
                <a:gd name="T48" fmla="*/ 199 w 259"/>
                <a:gd name="T49" fmla="*/ 165 h 256"/>
                <a:gd name="T50" fmla="*/ 204 w 259"/>
                <a:gd name="T51" fmla="*/ 165 h 256"/>
                <a:gd name="T52" fmla="*/ 247 w 259"/>
                <a:gd name="T53" fmla="*/ 201 h 256"/>
                <a:gd name="T54" fmla="*/ 241 w 259"/>
                <a:gd name="T55" fmla="*/ 207 h 256"/>
                <a:gd name="T56" fmla="*/ 201 w 259"/>
                <a:gd name="T57" fmla="*/ 174 h 256"/>
                <a:gd name="T58" fmla="*/ 189 w 259"/>
                <a:gd name="T59" fmla="*/ 162 h 256"/>
                <a:gd name="T60" fmla="*/ 184 w 259"/>
                <a:gd name="T61" fmla="*/ 150 h 256"/>
                <a:gd name="T62" fmla="*/ 159 w 259"/>
                <a:gd name="T63" fmla="*/ 176 h 256"/>
                <a:gd name="T64" fmla="*/ 157 w 259"/>
                <a:gd name="T65" fmla="*/ 191 h 256"/>
                <a:gd name="T66" fmla="*/ 170 w 259"/>
                <a:gd name="T67" fmla="*/ 193 h 256"/>
                <a:gd name="T68" fmla="*/ 207 w 259"/>
                <a:gd name="T69" fmla="*/ 241 h 256"/>
                <a:gd name="T70" fmla="*/ 241 w 259"/>
                <a:gd name="T71" fmla="*/ 241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9" h="256">
                  <a:moveTo>
                    <a:pt x="68" y="51"/>
                  </a:moveTo>
                  <a:cubicBezTo>
                    <a:pt x="120" y="103"/>
                    <a:pt x="120" y="103"/>
                    <a:pt x="120" y="103"/>
                  </a:cubicBezTo>
                  <a:cubicBezTo>
                    <a:pt x="114" y="108"/>
                    <a:pt x="114" y="108"/>
                    <a:pt x="114" y="108"/>
                  </a:cubicBezTo>
                  <a:cubicBezTo>
                    <a:pt x="62" y="57"/>
                    <a:pt x="62" y="57"/>
                    <a:pt x="62" y="57"/>
                  </a:cubicBezTo>
                  <a:cubicBezTo>
                    <a:pt x="61" y="55"/>
                    <a:pt x="61" y="55"/>
                    <a:pt x="61" y="55"/>
                  </a:cubicBezTo>
                  <a:cubicBezTo>
                    <a:pt x="60" y="53"/>
                    <a:pt x="60" y="53"/>
                    <a:pt x="60" y="53"/>
                  </a:cubicBezTo>
                  <a:cubicBezTo>
                    <a:pt x="57" y="36"/>
                    <a:pt x="57" y="36"/>
                    <a:pt x="57" y="36"/>
                  </a:cubicBezTo>
                  <a:cubicBezTo>
                    <a:pt x="32" y="11"/>
                    <a:pt x="32" y="11"/>
                    <a:pt x="32" y="11"/>
                  </a:cubicBezTo>
                  <a:cubicBezTo>
                    <a:pt x="11" y="32"/>
                    <a:pt x="11" y="32"/>
                    <a:pt x="11" y="32"/>
                  </a:cubicBezTo>
                  <a:cubicBezTo>
                    <a:pt x="36" y="57"/>
                    <a:pt x="36" y="57"/>
                    <a:pt x="36" y="57"/>
                  </a:cubicBezTo>
                  <a:cubicBezTo>
                    <a:pt x="53" y="60"/>
                    <a:pt x="53" y="60"/>
                    <a:pt x="53" y="60"/>
                  </a:cubicBezTo>
                  <a:cubicBezTo>
                    <a:pt x="55" y="61"/>
                    <a:pt x="55" y="61"/>
                    <a:pt x="55" y="61"/>
                  </a:cubicBezTo>
                  <a:cubicBezTo>
                    <a:pt x="57" y="62"/>
                    <a:pt x="57" y="62"/>
                    <a:pt x="57" y="62"/>
                  </a:cubicBezTo>
                  <a:cubicBezTo>
                    <a:pt x="108" y="114"/>
                    <a:pt x="108" y="114"/>
                    <a:pt x="108" y="114"/>
                  </a:cubicBezTo>
                  <a:cubicBezTo>
                    <a:pt x="103" y="120"/>
                    <a:pt x="103" y="120"/>
                    <a:pt x="103" y="120"/>
                  </a:cubicBezTo>
                  <a:cubicBezTo>
                    <a:pt x="51" y="68"/>
                    <a:pt x="51" y="68"/>
                    <a:pt x="51" y="68"/>
                  </a:cubicBezTo>
                  <a:cubicBezTo>
                    <a:pt x="32" y="64"/>
                    <a:pt x="32" y="64"/>
                    <a:pt x="32" y="64"/>
                  </a:cubicBezTo>
                  <a:cubicBezTo>
                    <a:pt x="0" y="32"/>
                    <a:pt x="0" y="32"/>
                    <a:pt x="0" y="32"/>
                  </a:cubicBezTo>
                  <a:cubicBezTo>
                    <a:pt x="32" y="0"/>
                    <a:pt x="32" y="0"/>
                    <a:pt x="32" y="0"/>
                  </a:cubicBezTo>
                  <a:cubicBezTo>
                    <a:pt x="64" y="32"/>
                    <a:pt x="64" y="32"/>
                    <a:pt x="64" y="32"/>
                  </a:cubicBezTo>
                  <a:lnTo>
                    <a:pt x="68" y="51"/>
                  </a:lnTo>
                  <a:close/>
                  <a:moveTo>
                    <a:pt x="170" y="153"/>
                  </a:moveTo>
                  <a:cubicBezTo>
                    <a:pt x="153" y="136"/>
                    <a:pt x="153" y="136"/>
                    <a:pt x="153" y="136"/>
                  </a:cubicBezTo>
                  <a:cubicBezTo>
                    <a:pt x="148" y="142"/>
                    <a:pt x="148" y="142"/>
                    <a:pt x="148" y="142"/>
                  </a:cubicBezTo>
                  <a:cubicBezTo>
                    <a:pt x="165" y="159"/>
                    <a:pt x="165" y="159"/>
                    <a:pt x="165" y="159"/>
                  </a:cubicBezTo>
                  <a:lnTo>
                    <a:pt x="170" y="153"/>
                  </a:lnTo>
                  <a:close/>
                  <a:moveTo>
                    <a:pt x="159" y="165"/>
                  </a:moveTo>
                  <a:cubicBezTo>
                    <a:pt x="142" y="148"/>
                    <a:pt x="142" y="148"/>
                    <a:pt x="142" y="148"/>
                  </a:cubicBezTo>
                  <a:cubicBezTo>
                    <a:pt x="136" y="153"/>
                    <a:pt x="136" y="153"/>
                    <a:pt x="136" y="153"/>
                  </a:cubicBezTo>
                  <a:cubicBezTo>
                    <a:pt x="153" y="170"/>
                    <a:pt x="153" y="170"/>
                    <a:pt x="153" y="170"/>
                  </a:cubicBezTo>
                  <a:lnTo>
                    <a:pt x="159" y="165"/>
                  </a:lnTo>
                  <a:close/>
                  <a:moveTo>
                    <a:pt x="247" y="247"/>
                  </a:moveTo>
                  <a:cubicBezTo>
                    <a:pt x="244" y="250"/>
                    <a:pt x="240" y="252"/>
                    <a:pt x="236" y="254"/>
                  </a:cubicBezTo>
                  <a:cubicBezTo>
                    <a:pt x="232" y="255"/>
                    <a:pt x="228" y="256"/>
                    <a:pt x="224" y="256"/>
                  </a:cubicBezTo>
                  <a:cubicBezTo>
                    <a:pt x="222" y="256"/>
                    <a:pt x="220" y="256"/>
                    <a:pt x="218" y="255"/>
                  </a:cubicBezTo>
                  <a:cubicBezTo>
                    <a:pt x="214" y="255"/>
                    <a:pt x="210" y="253"/>
                    <a:pt x="206" y="251"/>
                  </a:cubicBezTo>
                  <a:cubicBezTo>
                    <a:pt x="205" y="250"/>
                    <a:pt x="203" y="248"/>
                    <a:pt x="201" y="247"/>
                  </a:cubicBezTo>
                  <a:cubicBezTo>
                    <a:pt x="162" y="207"/>
                    <a:pt x="162" y="207"/>
                    <a:pt x="162" y="207"/>
                  </a:cubicBezTo>
                  <a:cubicBezTo>
                    <a:pt x="165" y="204"/>
                    <a:pt x="165" y="204"/>
                    <a:pt x="165" y="204"/>
                  </a:cubicBezTo>
                  <a:cubicBezTo>
                    <a:pt x="166" y="203"/>
                    <a:pt x="166" y="200"/>
                    <a:pt x="165" y="199"/>
                  </a:cubicBezTo>
                  <a:cubicBezTo>
                    <a:pt x="164" y="198"/>
                    <a:pt x="164" y="198"/>
                    <a:pt x="163" y="198"/>
                  </a:cubicBezTo>
                  <a:cubicBezTo>
                    <a:pt x="163" y="197"/>
                    <a:pt x="162" y="197"/>
                    <a:pt x="162" y="197"/>
                  </a:cubicBezTo>
                  <a:cubicBezTo>
                    <a:pt x="161" y="197"/>
                    <a:pt x="161" y="197"/>
                    <a:pt x="160" y="198"/>
                  </a:cubicBezTo>
                  <a:cubicBezTo>
                    <a:pt x="160" y="198"/>
                    <a:pt x="159" y="198"/>
                    <a:pt x="159" y="199"/>
                  </a:cubicBezTo>
                  <a:cubicBezTo>
                    <a:pt x="156" y="201"/>
                    <a:pt x="156" y="201"/>
                    <a:pt x="156" y="201"/>
                  </a:cubicBezTo>
                  <a:cubicBezTo>
                    <a:pt x="139" y="184"/>
                    <a:pt x="139" y="184"/>
                    <a:pt x="139" y="184"/>
                  </a:cubicBezTo>
                  <a:cubicBezTo>
                    <a:pt x="184" y="139"/>
                    <a:pt x="184" y="139"/>
                    <a:pt x="184" y="139"/>
                  </a:cubicBezTo>
                  <a:cubicBezTo>
                    <a:pt x="201" y="156"/>
                    <a:pt x="201" y="156"/>
                    <a:pt x="201" y="156"/>
                  </a:cubicBezTo>
                  <a:cubicBezTo>
                    <a:pt x="199" y="159"/>
                    <a:pt x="199" y="159"/>
                    <a:pt x="199" y="159"/>
                  </a:cubicBezTo>
                  <a:cubicBezTo>
                    <a:pt x="197" y="161"/>
                    <a:pt x="197" y="163"/>
                    <a:pt x="199" y="165"/>
                  </a:cubicBezTo>
                  <a:cubicBezTo>
                    <a:pt x="199" y="165"/>
                    <a:pt x="200" y="166"/>
                    <a:pt x="201" y="166"/>
                  </a:cubicBezTo>
                  <a:cubicBezTo>
                    <a:pt x="202" y="166"/>
                    <a:pt x="203" y="165"/>
                    <a:pt x="204" y="165"/>
                  </a:cubicBezTo>
                  <a:cubicBezTo>
                    <a:pt x="207" y="162"/>
                    <a:pt x="207" y="162"/>
                    <a:pt x="207" y="162"/>
                  </a:cubicBezTo>
                  <a:cubicBezTo>
                    <a:pt x="247" y="201"/>
                    <a:pt x="247" y="201"/>
                    <a:pt x="247" y="201"/>
                  </a:cubicBezTo>
                  <a:cubicBezTo>
                    <a:pt x="259" y="214"/>
                    <a:pt x="259" y="234"/>
                    <a:pt x="247" y="247"/>
                  </a:cubicBezTo>
                  <a:close/>
                  <a:moveTo>
                    <a:pt x="241" y="207"/>
                  </a:moveTo>
                  <a:cubicBezTo>
                    <a:pt x="207" y="173"/>
                    <a:pt x="207" y="173"/>
                    <a:pt x="207" y="173"/>
                  </a:cubicBezTo>
                  <a:cubicBezTo>
                    <a:pt x="205" y="173"/>
                    <a:pt x="203" y="174"/>
                    <a:pt x="201" y="174"/>
                  </a:cubicBezTo>
                  <a:cubicBezTo>
                    <a:pt x="198" y="174"/>
                    <a:pt x="195" y="173"/>
                    <a:pt x="193" y="170"/>
                  </a:cubicBezTo>
                  <a:cubicBezTo>
                    <a:pt x="191" y="168"/>
                    <a:pt x="189" y="165"/>
                    <a:pt x="189" y="162"/>
                  </a:cubicBezTo>
                  <a:cubicBezTo>
                    <a:pt x="189" y="160"/>
                    <a:pt x="190" y="158"/>
                    <a:pt x="191" y="157"/>
                  </a:cubicBezTo>
                  <a:cubicBezTo>
                    <a:pt x="184" y="150"/>
                    <a:pt x="184" y="150"/>
                    <a:pt x="184" y="150"/>
                  </a:cubicBezTo>
                  <a:cubicBezTo>
                    <a:pt x="176" y="159"/>
                    <a:pt x="176" y="159"/>
                    <a:pt x="176" y="159"/>
                  </a:cubicBezTo>
                  <a:cubicBezTo>
                    <a:pt x="159" y="176"/>
                    <a:pt x="159" y="176"/>
                    <a:pt x="159" y="176"/>
                  </a:cubicBezTo>
                  <a:cubicBezTo>
                    <a:pt x="150" y="184"/>
                    <a:pt x="150" y="184"/>
                    <a:pt x="150" y="184"/>
                  </a:cubicBezTo>
                  <a:cubicBezTo>
                    <a:pt x="157" y="191"/>
                    <a:pt x="157" y="191"/>
                    <a:pt x="157" y="191"/>
                  </a:cubicBezTo>
                  <a:cubicBezTo>
                    <a:pt x="158" y="190"/>
                    <a:pt x="160" y="189"/>
                    <a:pt x="162" y="189"/>
                  </a:cubicBezTo>
                  <a:cubicBezTo>
                    <a:pt x="165" y="189"/>
                    <a:pt x="168" y="191"/>
                    <a:pt x="170" y="193"/>
                  </a:cubicBezTo>
                  <a:cubicBezTo>
                    <a:pt x="174" y="197"/>
                    <a:pt x="175" y="202"/>
                    <a:pt x="173" y="207"/>
                  </a:cubicBezTo>
                  <a:cubicBezTo>
                    <a:pt x="207" y="241"/>
                    <a:pt x="207" y="241"/>
                    <a:pt x="207" y="241"/>
                  </a:cubicBezTo>
                  <a:cubicBezTo>
                    <a:pt x="212" y="246"/>
                    <a:pt x="218" y="248"/>
                    <a:pt x="224" y="248"/>
                  </a:cubicBezTo>
                  <a:cubicBezTo>
                    <a:pt x="230" y="248"/>
                    <a:pt x="236" y="246"/>
                    <a:pt x="241" y="241"/>
                  </a:cubicBezTo>
                  <a:cubicBezTo>
                    <a:pt x="250" y="232"/>
                    <a:pt x="250" y="216"/>
                    <a:pt x="241" y="207"/>
                  </a:cubicBezTo>
                  <a:close/>
                </a:path>
              </a:pathLst>
            </a:custGeom>
            <a:solidFill>
              <a:srgbClr val="8A8A8D"/>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58"/>
            <p:cNvSpPr>
              <a:spLocks noEditPoints="1"/>
            </p:cNvSpPr>
            <p:nvPr/>
          </p:nvSpPr>
          <p:spPr bwMode="auto">
            <a:xfrm>
              <a:off x="2720975" y="3860800"/>
              <a:ext cx="442913" cy="428626"/>
            </a:xfrm>
            <a:custGeom>
              <a:avLst/>
              <a:gdLst>
                <a:gd name="T0" fmla="*/ 200 w 264"/>
                <a:gd name="T1" fmla="*/ 94 h 256"/>
                <a:gd name="T2" fmla="*/ 208 w 264"/>
                <a:gd name="T3" fmla="*/ 96 h 256"/>
                <a:gd name="T4" fmla="*/ 212 w 264"/>
                <a:gd name="T5" fmla="*/ 96 h 256"/>
                <a:gd name="T6" fmla="*/ 220 w 264"/>
                <a:gd name="T7" fmla="*/ 95 h 256"/>
                <a:gd name="T8" fmla="*/ 230 w 264"/>
                <a:gd name="T9" fmla="*/ 92 h 256"/>
                <a:gd name="T10" fmla="*/ 237 w 264"/>
                <a:gd name="T11" fmla="*/ 89 h 256"/>
                <a:gd name="T12" fmla="*/ 246 w 264"/>
                <a:gd name="T13" fmla="*/ 82 h 256"/>
                <a:gd name="T14" fmla="*/ 226 w 264"/>
                <a:gd name="T15" fmla="*/ 48 h 256"/>
                <a:gd name="T16" fmla="*/ 219 w 264"/>
                <a:gd name="T17" fmla="*/ 51 h 256"/>
                <a:gd name="T18" fmla="*/ 215 w 264"/>
                <a:gd name="T19" fmla="*/ 50 h 256"/>
                <a:gd name="T20" fmla="*/ 212 w 264"/>
                <a:gd name="T21" fmla="*/ 34 h 256"/>
                <a:gd name="T22" fmla="*/ 232 w 264"/>
                <a:gd name="T23" fmla="*/ 4 h 256"/>
                <a:gd name="T24" fmla="*/ 224 w 264"/>
                <a:gd name="T25" fmla="*/ 2 h 256"/>
                <a:gd name="T26" fmla="*/ 217 w 264"/>
                <a:gd name="T27" fmla="*/ 0 h 256"/>
                <a:gd name="T28" fmla="*/ 212 w 264"/>
                <a:gd name="T29" fmla="*/ 0 h 256"/>
                <a:gd name="T30" fmla="*/ 205 w 264"/>
                <a:gd name="T31" fmla="*/ 1 h 256"/>
                <a:gd name="T32" fmla="*/ 196 w 264"/>
                <a:gd name="T33" fmla="*/ 3 h 256"/>
                <a:gd name="T34" fmla="*/ 188 w 264"/>
                <a:gd name="T35" fmla="*/ 7 h 256"/>
                <a:gd name="T36" fmla="*/ 178 w 264"/>
                <a:gd name="T37" fmla="*/ 14 h 256"/>
                <a:gd name="T38" fmla="*/ 124 w 264"/>
                <a:gd name="T39" fmla="*/ 103 h 256"/>
                <a:gd name="T40" fmla="*/ 64 w 264"/>
                <a:gd name="T41" fmla="*/ 162 h 256"/>
                <a:gd name="T42" fmla="*/ 56 w 264"/>
                <a:gd name="T43" fmla="*/ 160 h 256"/>
                <a:gd name="T44" fmla="*/ 52 w 264"/>
                <a:gd name="T45" fmla="*/ 160 h 256"/>
                <a:gd name="T46" fmla="*/ 44 w 264"/>
                <a:gd name="T47" fmla="*/ 161 h 256"/>
                <a:gd name="T48" fmla="*/ 34 w 264"/>
                <a:gd name="T49" fmla="*/ 164 h 256"/>
                <a:gd name="T50" fmla="*/ 27 w 264"/>
                <a:gd name="T51" fmla="*/ 167 h 256"/>
                <a:gd name="T52" fmla="*/ 18 w 264"/>
                <a:gd name="T53" fmla="*/ 174 h 256"/>
                <a:gd name="T54" fmla="*/ 38 w 264"/>
                <a:gd name="T55" fmla="*/ 208 h 256"/>
                <a:gd name="T56" fmla="*/ 52 w 264"/>
                <a:gd name="T57" fmla="*/ 208 h 256"/>
                <a:gd name="T58" fmla="*/ 26 w 264"/>
                <a:gd name="T59" fmla="*/ 248 h 256"/>
                <a:gd name="T60" fmla="*/ 35 w 264"/>
                <a:gd name="T61" fmla="*/ 253 h 256"/>
                <a:gd name="T62" fmla="*/ 42 w 264"/>
                <a:gd name="T63" fmla="*/ 255 h 256"/>
                <a:gd name="T64" fmla="*/ 50 w 264"/>
                <a:gd name="T65" fmla="*/ 256 h 256"/>
                <a:gd name="T66" fmla="*/ 54 w 264"/>
                <a:gd name="T67" fmla="*/ 256 h 256"/>
                <a:gd name="T68" fmla="*/ 63 w 264"/>
                <a:gd name="T69" fmla="*/ 255 h 256"/>
                <a:gd name="T70" fmla="*/ 71 w 264"/>
                <a:gd name="T71" fmla="*/ 252 h 256"/>
                <a:gd name="T72" fmla="*/ 79 w 264"/>
                <a:gd name="T73" fmla="*/ 248 h 256"/>
                <a:gd name="T74" fmla="*/ 98 w 264"/>
                <a:gd name="T75" fmla="*/ 196 h 256"/>
                <a:gd name="T76" fmla="*/ 157 w 264"/>
                <a:gd name="T77" fmla="*/ 136 h 256"/>
                <a:gd name="T78" fmla="*/ 89 w 264"/>
                <a:gd name="T79" fmla="*/ 193 h 256"/>
                <a:gd name="T80" fmla="*/ 80 w 264"/>
                <a:gd name="T81" fmla="*/ 236 h 256"/>
                <a:gd name="T82" fmla="*/ 39 w 264"/>
                <a:gd name="T83" fmla="*/ 246 h 256"/>
                <a:gd name="T84" fmla="*/ 63 w 264"/>
                <a:gd name="T85" fmla="*/ 215 h 256"/>
                <a:gd name="T86" fmla="*/ 45 w 264"/>
                <a:gd name="T87" fmla="*/ 197 h 256"/>
                <a:gd name="T88" fmla="*/ 14 w 264"/>
                <a:gd name="T89" fmla="*/ 221 h 256"/>
                <a:gd name="T90" fmla="*/ 52 w 264"/>
                <a:gd name="T91" fmla="*/ 168 h 256"/>
                <a:gd name="T92" fmla="*/ 67 w 264"/>
                <a:gd name="T93" fmla="*/ 171 h 256"/>
                <a:gd name="T94" fmla="*/ 171 w 264"/>
                <a:gd name="T95" fmla="*/ 66 h 256"/>
                <a:gd name="T96" fmla="*/ 174 w 264"/>
                <a:gd name="T97" fmla="*/ 58 h 256"/>
                <a:gd name="T98" fmla="*/ 212 w 264"/>
                <a:gd name="T99" fmla="*/ 8 h 256"/>
                <a:gd name="T100" fmla="*/ 206 w 264"/>
                <a:gd name="T101" fmla="*/ 29 h 256"/>
                <a:gd name="T102" fmla="*/ 206 w 264"/>
                <a:gd name="T103" fmla="*/ 54 h 256"/>
                <a:gd name="T104" fmla="*/ 231 w 264"/>
                <a:gd name="T105" fmla="*/ 54 h 256"/>
                <a:gd name="T106" fmla="*/ 240 w 264"/>
                <a:gd name="T107" fmla="*/ 76 h 256"/>
                <a:gd name="T108" fmla="*/ 202 w 264"/>
                <a:gd name="T109" fmla="*/ 86 h 256"/>
                <a:gd name="T110" fmla="*/ 194 w 264"/>
                <a:gd name="T111" fmla="*/ 8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64" h="256">
                  <a:moveTo>
                    <a:pt x="157" y="136"/>
                  </a:moveTo>
                  <a:cubicBezTo>
                    <a:pt x="200" y="94"/>
                    <a:pt x="200" y="94"/>
                    <a:pt x="200" y="94"/>
                  </a:cubicBezTo>
                  <a:cubicBezTo>
                    <a:pt x="202" y="95"/>
                    <a:pt x="204" y="95"/>
                    <a:pt x="206" y="95"/>
                  </a:cubicBezTo>
                  <a:cubicBezTo>
                    <a:pt x="207" y="96"/>
                    <a:pt x="207" y="95"/>
                    <a:pt x="208" y="96"/>
                  </a:cubicBezTo>
                  <a:cubicBezTo>
                    <a:pt x="209" y="96"/>
                    <a:pt x="211" y="96"/>
                    <a:pt x="212" y="96"/>
                  </a:cubicBezTo>
                  <a:cubicBezTo>
                    <a:pt x="212" y="96"/>
                    <a:pt x="212" y="96"/>
                    <a:pt x="212" y="96"/>
                  </a:cubicBezTo>
                  <a:cubicBezTo>
                    <a:pt x="212" y="96"/>
                    <a:pt x="213" y="96"/>
                    <a:pt x="213" y="96"/>
                  </a:cubicBezTo>
                  <a:cubicBezTo>
                    <a:pt x="215" y="96"/>
                    <a:pt x="218" y="95"/>
                    <a:pt x="220" y="95"/>
                  </a:cubicBezTo>
                  <a:cubicBezTo>
                    <a:pt x="221" y="95"/>
                    <a:pt x="222" y="95"/>
                    <a:pt x="222" y="95"/>
                  </a:cubicBezTo>
                  <a:cubicBezTo>
                    <a:pt x="225" y="94"/>
                    <a:pt x="228" y="93"/>
                    <a:pt x="230" y="92"/>
                  </a:cubicBezTo>
                  <a:cubicBezTo>
                    <a:pt x="230" y="92"/>
                    <a:pt x="230" y="92"/>
                    <a:pt x="230" y="92"/>
                  </a:cubicBezTo>
                  <a:cubicBezTo>
                    <a:pt x="233" y="91"/>
                    <a:pt x="235" y="90"/>
                    <a:pt x="237" y="89"/>
                  </a:cubicBezTo>
                  <a:cubicBezTo>
                    <a:pt x="238" y="88"/>
                    <a:pt x="239" y="88"/>
                    <a:pt x="239" y="87"/>
                  </a:cubicBezTo>
                  <a:cubicBezTo>
                    <a:pt x="242" y="86"/>
                    <a:pt x="244" y="84"/>
                    <a:pt x="246" y="82"/>
                  </a:cubicBezTo>
                  <a:cubicBezTo>
                    <a:pt x="262" y="66"/>
                    <a:pt x="264" y="40"/>
                    <a:pt x="252" y="22"/>
                  </a:cubicBezTo>
                  <a:cubicBezTo>
                    <a:pt x="226" y="48"/>
                    <a:pt x="226" y="48"/>
                    <a:pt x="226" y="48"/>
                  </a:cubicBezTo>
                  <a:cubicBezTo>
                    <a:pt x="225" y="49"/>
                    <a:pt x="224" y="50"/>
                    <a:pt x="222" y="50"/>
                  </a:cubicBezTo>
                  <a:cubicBezTo>
                    <a:pt x="221" y="51"/>
                    <a:pt x="220" y="51"/>
                    <a:pt x="219" y="51"/>
                  </a:cubicBezTo>
                  <a:cubicBezTo>
                    <a:pt x="219" y="51"/>
                    <a:pt x="219" y="51"/>
                    <a:pt x="219" y="51"/>
                  </a:cubicBezTo>
                  <a:cubicBezTo>
                    <a:pt x="218" y="51"/>
                    <a:pt x="216" y="51"/>
                    <a:pt x="215" y="50"/>
                  </a:cubicBezTo>
                  <a:cubicBezTo>
                    <a:pt x="214" y="50"/>
                    <a:pt x="213" y="49"/>
                    <a:pt x="212" y="48"/>
                  </a:cubicBezTo>
                  <a:cubicBezTo>
                    <a:pt x="208" y="44"/>
                    <a:pt x="208" y="38"/>
                    <a:pt x="212" y="34"/>
                  </a:cubicBezTo>
                  <a:cubicBezTo>
                    <a:pt x="238" y="8"/>
                    <a:pt x="238" y="8"/>
                    <a:pt x="238" y="8"/>
                  </a:cubicBezTo>
                  <a:cubicBezTo>
                    <a:pt x="236" y="7"/>
                    <a:pt x="234" y="5"/>
                    <a:pt x="232" y="4"/>
                  </a:cubicBezTo>
                  <a:cubicBezTo>
                    <a:pt x="231" y="4"/>
                    <a:pt x="230" y="4"/>
                    <a:pt x="229" y="3"/>
                  </a:cubicBezTo>
                  <a:cubicBezTo>
                    <a:pt x="228" y="3"/>
                    <a:pt x="226" y="2"/>
                    <a:pt x="224" y="2"/>
                  </a:cubicBezTo>
                  <a:cubicBezTo>
                    <a:pt x="224" y="1"/>
                    <a:pt x="223" y="1"/>
                    <a:pt x="222" y="1"/>
                  </a:cubicBezTo>
                  <a:cubicBezTo>
                    <a:pt x="220" y="1"/>
                    <a:pt x="219" y="1"/>
                    <a:pt x="217" y="0"/>
                  </a:cubicBezTo>
                  <a:cubicBezTo>
                    <a:pt x="216" y="0"/>
                    <a:pt x="215" y="0"/>
                    <a:pt x="214" y="0"/>
                  </a:cubicBezTo>
                  <a:cubicBezTo>
                    <a:pt x="213" y="0"/>
                    <a:pt x="213" y="0"/>
                    <a:pt x="212" y="0"/>
                  </a:cubicBezTo>
                  <a:cubicBezTo>
                    <a:pt x="211" y="0"/>
                    <a:pt x="211" y="0"/>
                    <a:pt x="210" y="0"/>
                  </a:cubicBezTo>
                  <a:cubicBezTo>
                    <a:pt x="208" y="0"/>
                    <a:pt x="207" y="0"/>
                    <a:pt x="205" y="1"/>
                  </a:cubicBezTo>
                  <a:cubicBezTo>
                    <a:pt x="204" y="1"/>
                    <a:pt x="203" y="1"/>
                    <a:pt x="201" y="1"/>
                  </a:cubicBezTo>
                  <a:cubicBezTo>
                    <a:pt x="200" y="2"/>
                    <a:pt x="198" y="2"/>
                    <a:pt x="196" y="3"/>
                  </a:cubicBezTo>
                  <a:cubicBezTo>
                    <a:pt x="195" y="3"/>
                    <a:pt x="194" y="4"/>
                    <a:pt x="193" y="4"/>
                  </a:cubicBezTo>
                  <a:cubicBezTo>
                    <a:pt x="191" y="5"/>
                    <a:pt x="189" y="6"/>
                    <a:pt x="188" y="7"/>
                  </a:cubicBezTo>
                  <a:cubicBezTo>
                    <a:pt x="187" y="7"/>
                    <a:pt x="186" y="8"/>
                    <a:pt x="185" y="8"/>
                  </a:cubicBezTo>
                  <a:cubicBezTo>
                    <a:pt x="183" y="10"/>
                    <a:pt x="180" y="12"/>
                    <a:pt x="178" y="14"/>
                  </a:cubicBezTo>
                  <a:cubicBezTo>
                    <a:pt x="166" y="27"/>
                    <a:pt x="162" y="44"/>
                    <a:pt x="166" y="60"/>
                  </a:cubicBezTo>
                  <a:cubicBezTo>
                    <a:pt x="124" y="103"/>
                    <a:pt x="124" y="103"/>
                    <a:pt x="124" y="103"/>
                  </a:cubicBezTo>
                  <a:cubicBezTo>
                    <a:pt x="107" y="120"/>
                    <a:pt x="107" y="120"/>
                    <a:pt x="107" y="120"/>
                  </a:cubicBezTo>
                  <a:cubicBezTo>
                    <a:pt x="64" y="162"/>
                    <a:pt x="64" y="162"/>
                    <a:pt x="64" y="162"/>
                  </a:cubicBezTo>
                  <a:cubicBezTo>
                    <a:pt x="62" y="161"/>
                    <a:pt x="60" y="161"/>
                    <a:pt x="58" y="161"/>
                  </a:cubicBezTo>
                  <a:cubicBezTo>
                    <a:pt x="57" y="161"/>
                    <a:pt x="57" y="161"/>
                    <a:pt x="56" y="160"/>
                  </a:cubicBezTo>
                  <a:cubicBezTo>
                    <a:pt x="55" y="160"/>
                    <a:pt x="53" y="160"/>
                    <a:pt x="52" y="160"/>
                  </a:cubicBezTo>
                  <a:cubicBezTo>
                    <a:pt x="52" y="160"/>
                    <a:pt x="52" y="160"/>
                    <a:pt x="52" y="160"/>
                  </a:cubicBezTo>
                  <a:cubicBezTo>
                    <a:pt x="52" y="160"/>
                    <a:pt x="51" y="160"/>
                    <a:pt x="51" y="160"/>
                  </a:cubicBezTo>
                  <a:cubicBezTo>
                    <a:pt x="49" y="160"/>
                    <a:pt x="46" y="161"/>
                    <a:pt x="44" y="161"/>
                  </a:cubicBezTo>
                  <a:cubicBezTo>
                    <a:pt x="43" y="161"/>
                    <a:pt x="42" y="161"/>
                    <a:pt x="42" y="161"/>
                  </a:cubicBezTo>
                  <a:cubicBezTo>
                    <a:pt x="39" y="162"/>
                    <a:pt x="36" y="163"/>
                    <a:pt x="34" y="164"/>
                  </a:cubicBezTo>
                  <a:cubicBezTo>
                    <a:pt x="34" y="164"/>
                    <a:pt x="34" y="164"/>
                    <a:pt x="34" y="164"/>
                  </a:cubicBezTo>
                  <a:cubicBezTo>
                    <a:pt x="31" y="165"/>
                    <a:pt x="29" y="166"/>
                    <a:pt x="27" y="167"/>
                  </a:cubicBezTo>
                  <a:cubicBezTo>
                    <a:pt x="26" y="168"/>
                    <a:pt x="25" y="168"/>
                    <a:pt x="25" y="169"/>
                  </a:cubicBezTo>
                  <a:cubicBezTo>
                    <a:pt x="22" y="170"/>
                    <a:pt x="20" y="172"/>
                    <a:pt x="18" y="174"/>
                  </a:cubicBezTo>
                  <a:cubicBezTo>
                    <a:pt x="2" y="190"/>
                    <a:pt x="0" y="216"/>
                    <a:pt x="12" y="234"/>
                  </a:cubicBezTo>
                  <a:cubicBezTo>
                    <a:pt x="38" y="208"/>
                    <a:pt x="38" y="208"/>
                    <a:pt x="38" y="208"/>
                  </a:cubicBezTo>
                  <a:cubicBezTo>
                    <a:pt x="40" y="206"/>
                    <a:pt x="43" y="205"/>
                    <a:pt x="45" y="205"/>
                  </a:cubicBezTo>
                  <a:cubicBezTo>
                    <a:pt x="48" y="205"/>
                    <a:pt x="50" y="206"/>
                    <a:pt x="52" y="208"/>
                  </a:cubicBezTo>
                  <a:cubicBezTo>
                    <a:pt x="56" y="212"/>
                    <a:pt x="56" y="218"/>
                    <a:pt x="52" y="222"/>
                  </a:cubicBezTo>
                  <a:cubicBezTo>
                    <a:pt x="26" y="248"/>
                    <a:pt x="26" y="248"/>
                    <a:pt x="26" y="248"/>
                  </a:cubicBezTo>
                  <a:cubicBezTo>
                    <a:pt x="28" y="249"/>
                    <a:pt x="30" y="251"/>
                    <a:pt x="32" y="252"/>
                  </a:cubicBezTo>
                  <a:cubicBezTo>
                    <a:pt x="33" y="252"/>
                    <a:pt x="34" y="252"/>
                    <a:pt x="35" y="253"/>
                  </a:cubicBezTo>
                  <a:cubicBezTo>
                    <a:pt x="36" y="253"/>
                    <a:pt x="38" y="254"/>
                    <a:pt x="40" y="254"/>
                  </a:cubicBezTo>
                  <a:cubicBezTo>
                    <a:pt x="40" y="255"/>
                    <a:pt x="41" y="255"/>
                    <a:pt x="42" y="255"/>
                  </a:cubicBezTo>
                  <a:cubicBezTo>
                    <a:pt x="44" y="255"/>
                    <a:pt x="45" y="255"/>
                    <a:pt x="47" y="256"/>
                  </a:cubicBezTo>
                  <a:cubicBezTo>
                    <a:pt x="48" y="256"/>
                    <a:pt x="49" y="256"/>
                    <a:pt x="50" y="256"/>
                  </a:cubicBezTo>
                  <a:cubicBezTo>
                    <a:pt x="51" y="256"/>
                    <a:pt x="51" y="256"/>
                    <a:pt x="52" y="256"/>
                  </a:cubicBezTo>
                  <a:cubicBezTo>
                    <a:pt x="53" y="256"/>
                    <a:pt x="53" y="256"/>
                    <a:pt x="54" y="256"/>
                  </a:cubicBezTo>
                  <a:cubicBezTo>
                    <a:pt x="56" y="256"/>
                    <a:pt x="57" y="256"/>
                    <a:pt x="59" y="255"/>
                  </a:cubicBezTo>
                  <a:cubicBezTo>
                    <a:pt x="60" y="255"/>
                    <a:pt x="61" y="255"/>
                    <a:pt x="63" y="255"/>
                  </a:cubicBezTo>
                  <a:cubicBezTo>
                    <a:pt x="64" y="254"/>
                    <a:pt x="66" y="254"/>
                    <a:pt x="68" y="253"/>
                  </a:cubicBezTo>
                  <a:cubicBezTo>
                    <a:pt x="69" y="253"/>
                    <a:pt x="70" y="252"/>
                    <a:pt x="71" y="252"/>
                  </a:cubicBezTo>
                  <a:cubicBezTo>
                    <a:pt x="73" y="251"/>
                    <a:pt x="75" y="250"/>
                    <a:pt x="76" y="249"/>
                  </a:cubicBezTo>
                  <a:cubicBezTo>
                    <a:pt x="77" y="249"/>
                    <a:pt x="78" y="248"/>
                    <a:pt x="79" y="248"/>
                  </a:cubicBezTo>
                  <a:cubicBezTo>
                    <a:pt x="81" y="246"/>
                    <a:pt x="84" y="244"/>
                    <a:pt x="86" y="242"/>
                  </a:cubicBezTo>
                  <a:cubicBezTo>
                    <a:pt x="98" y="229"/>
                    <a:pt x="102" y="212"/>
                    <a:pt x="98" y="196"/>
                  </a:cubicBezTo>
                  <a:cubicBezTo>
                    <a:pt x="140" y="153"/>
                    <a:pt x="140" y="153"/>
                    <a:pt x="140" y="153"/>
                  </a:cubicBezTo>
                  <a:lnTo>
                    <a:pt x="157" y="136"/>
                  </a:lnTo>
                  <a:close/>
                  <a:moveTo>
                    <a:pt x="93" y="190"/>
                  </a:moveTo>
                  <a:cubicBezTo>
                    <a:pt x="89" y="193"/>
                    <a:pt x="89" y="193"/>
                    <a:pt x="89" y="193"/>
                  </a:cubicBezTo>
                  <a:cubicBezTo>
                    <a:pt x="90" y="198"/>
                    <a:pt x="90" y="198"/>
                    <a:pt x="90" y="198"/>
                  </a:cubicBezTo>
                  <a:cubicBezTo>
                    <a:pt x="94" y="212"/>
                    <a:pt x="90" y="226"/>
                    <a:pt x="80" y="236"/>
                  </a:cubicBezTo>
                  <a:cubicBezTo>
                    <a:pt x="73" y="244"/>
                    <a:pt x="63" y="248"/>
                    <a:pt x="52" y="248"/>
                  </a:cubicBezTo>
                  <a:cubicBezTo>
                    <a:pt x="48" y="248"/>
                    <a:pt x="43" y="247"/>
                    <a:pt x="39" y="246"/>
                  </a:cubicBezTo>
                  <a:cubicBezTo>
                    <a:pt x="58" y="227"/>
                    <a:pt x="58" y="227"/>
                    <a:pt x="58" y="227"/>
                  </a:cubicBezTo>
                  <a:cubicBezTo>
                    <a:pt x="61" y="224"/>
                    <a:pt x="63" y="219"/>
                    <a:pt x="63" y="215"/>
                  </a:cubicBezTo>
                  <a:cubicBezTo>
                    <a:pt x="63" y="210"/>
                    <a:pt x="61" y="206"/>
                    <a:pt x="58" y="202"/>
                  </a:cubicBezTo>
                  <a:cubicBezTo>
                    <a:pt x="54" y="199"/>
                    <a:pt x="50" y="197"/>
                    <a:pt x="45" y="197"/>
                  </a:cubicBezTo>
                  <a:cubicBezTo>
                    <a:pt x="41" y="197"/>
                    <a:pt x="36" y="199"/>
                    <a:pt x="33" y="202"/>
                  </a:cubicBezTo>
                  <a:cubicBezTo>
                    <a:pt x="14" y="221"/>
                    <a:pt x="14" y="221"/>
                    <a:pt x="14" y="221"/>
                  </a:cubicBezTo>
                  <a:cubicBezTo>
                    <a:pt x="9" y="207"/>
                    <a:pt x="13" y="191"/>
                    <a:pt x="24" y="180"/>
                  </a:cubicBezTo>
                  <a:cubicBezTo>
                    <a:pt x="31" y="172"/>
                    <a:pt x="41" y="168"/>
                    <a:pt x="52" y="168"/>
                  </a:cubicBezTo>
                  <a:cubicBezTo>
                    <a:pt x="55" y="168"/>
                    <a:pt x="59" y="169"/>
                    <a:pt x="62" y="170"/>
                  </a:cubicBezTo>
                  <a:cubicBezTo>
                    <a:pt x="67" y="171"/>
                    <a:pt x="67" y="171"/>
                    <a:pt x="67" y="171"/>
                  </a:cubicBezTo>
                  <a:cubicBezTo>
                    <a:pt x="70" y="167"/>
                    <a:pt x="70" y="167"/>
                    <a:pt x="70" y="167"/>
                  </a:cubicBezTo>
                  <a:cubicBezTo>
                    <a:pt x="171" y="66"/>
                    <a:pt x="171" y="66"/>
                    <a:pt x="171" y="66"/>
                  </a:cubicBezTo>
                  <a:cubicBezTo>
                    <a:pt x="175" y="63"/>
                    <a:pt x="175" y="63"/>
                    <a:pt x="175" y="63"/>
                  </a:cubicBezTo>
                  <a:cubicBezTo>
                    <a:pt x="174" y="58"/>
                    <a:pt x="174" y="58"/>
                    <a:pt x="174" y="58"/>
                  </a:cubicBezTo>
                  <a:cubicBezTo>
                    <a:pt x="170" y="44"/>
                    <a:pt x="174" y="30"/>
                    <a:pt x="184" y="20"/>
                  </a:cubicBezTo>
                  <a:cubicBezTo>
                    <a:pt x="191" y="12"/>
                    <a:pt x="201" y="8"/>
                    <a:pt x="212" y="8"/>
                  </a:cubicBezTo>
                  <a:cubicBezTo>
                    <a:pt x="216" y="8"/>
                    <a:pt x="221" y="9"/>
                    <a:pt x="225" y="10"/>
                  </a:cubicBezTo>
                  <a:cubicBezTo>
                    <a:pt x="206" y="29"/>
                    <a:pt x="206" y="29"/>
                    <a:pt x="206" y="29"/>
                  </a:cubicBezTo>
                  <a:cubicBezTo>
                    <a:pt x="203" y="32"/>
                    <a:pt x="201" y="37"/>
                    <a:pt x="201" y="41"/>
                  </a:cubicBezTo>
                  <a:cubicBezTo>
                    <a:pt x="201" y="46"/>
                    <a:pt x="203" y="50"/>
                    <a:pt x="206" y="54"/>
                  </a:cubicBezTo>
                  <a:cubicBezTo>
                    <a:pt x="210" y="57"/>
                    <a:pt x="214" y="59"/>
                    <a:pt x="219" y="59"/>
                  </a:cubicBezTo>
                  <a:cubicBezTo>
                    <a:pt x="223" y="59"/>
                    <a:pt x="228" y="57"/>
                    <a:pt x="231" y="54"/>
                  </a:cubicBezTo>
                  <a:cubicBezTo>
                    <a:pt x="250" y="35"/>
                    <a:pt x="250" y="35"/>
                    <a:pt x="250" y="35"/>
                  </a:cubicBezTo>
                  <a:cubicBezTo>
                    <a:pt x="255" y="49"/>
                    <a:pt x="251" y="65"/>
                    <a:pt x="240" y="76"/>
                  </a:cubicBezTo>
                  <a:cubicBezTo>
                    <a:pt x="233" y="84"/>
                    <a:pt x="223" y="88"/>
                    <a:pt x="212" y="88"/>
                  </a:cubicBezTo>
                  <a:cubicBezTo>
                    <a:pt x="209" y="88"/>
                    <a:pt x="205" y="87"/>
                    <a:pt x="202" y="86"/>
                  </a:cubicBezTo>
                  <a:cubicBezTo>
                    <a:pt x="197" y="85"/>
                    <a:pt x="197" y="85"/>
                    <a:pt x="197" y="85"/>
                  </a:cubicBezTo>
                  <a:cubicBezTo>
                    <a:pt x="194" y="89"/>
                    <a:pt x="194" y="89"/>
                    <a:pt x="194" y="89"/>
                  </a:cubicBezTo>
                  <a:lnTo>
                    <a:pt x="93" y="190"/>
                  </a:lnTo>
                  <a:close/>
                </a:path>
              </a:pathLst>
            </a:custGeom>
            <a:solidFill>
              <a:srgbClr val="E8772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64" name="Group 63"/>
          <p:cNvGrpSpPr/>
          <p:nvPr/>
        </p:nvGrpSpPr>
        <p:grpSpPr>
          <a:xfrm>
            <a:off x="6383274" y="3333750"/>
            <a:ext cx="325362" cy="265207"/>
            <a:chOff x="2751138" y="1573213"/>
            <a:chExt cx="463550" cy="377825"/>
          </a:xfrm>
        </p:grpSpPr>
        <p:sp>
          <p:nvSpPr>
            <p:cNvPr id="65" name="Freeform 14"/>
            <p:cNvSpPr>
              <a:spLocks noEditPoints="1"/>
            </p:cNvSpPr>
            <p:nvPr/>
          </p:nvSpPr>
          <p:spPr bwMode="auto">
            <a:xfrm>
              <a:off x="2751138" y="1573213"/>
              <a:ext cx="463550" cy="377825"/>
            </a:xfrm>
            <a:custGeom>
              <a:avLst/>
              <a:gdLst>
                <a:gd name="T0" fmla="*/ 292 w 292"/>
                <a:gd name="T1" fmla="*/ 192 h 238"/>
                <a:gd name="T2" fmla="*/ 292 w 292"/>
                <a:gd name="T3" fmla="*/ 0 h 238"/>
                <a:gd name="T4" fmla="*/ 0 w 292"/>
                <a:gd name="T5" fmla="*/ 0 h 238"/>
                <a:gd name="T6" fmla="*/ 0 w 292"/>
                <a:gd name="T7" fmla="*/ 192 h 238"/>
                <a:gd name="T8" fmla="*/ 87 w 292"/>
                <a:gd name="T9" fmla="*/ 192 h 238"/>
                <a:gd name="T10" fmla="*/ 87 w 292"/>
                <a:gd name="T11" fmla="*/ 211 h 238"/>
                <a:gd name="T12" fmla="*/ 47 w 292"/>
                <a:gd name="T13" fmla="*/ 211 h 238"/>
                <a:gd name="T14" fmla="*/ 47 w 292"/>
                <a:gd name="T15" fmla="*/ 238 h 238"/>
                <a:gd name="T16" fmla="*/ 249 w 292"/>
                <a:gd name="T17" fmla="*/ 238 h 238"/>
                <a:gd name="T18" fmla="*/ 249 w 292"/>
                <a:gd name="T19" fmla="*/ 211 h 238"/>
                <a:gd name="T20" fmla="*/ 208 w 292"/>
                <a:gd name="T21" fmla="*/ 211 h 238"/>
                <a:gd name="T22" fmla="*/ 208 w 292"/>
                <a:gd name="T23" fmla="*/ 192 h 238"/>
                <a:gd name="T24" fmla="*/ 292 w 292"/>
                <a:gd name="T25" fmla="*/ 192 h 238"/>
                <a:gd name="T26" fmla="*/ 240 w 292"/>
                <a:gd name="T27" fmla="*/ 228 h 238"/>
                <a:gd name="T28" fmla="*/ 55 w 292"/>
                <a:gd name="T29" fmla="*/ 228 h 238"/>
                <a:gd name="T30" fmla="*/ 55 w 292"/>
                <a:gd name="T31" fmla="*/ 220 h 238"/>
                <a:gd name="T32" fmla="*/ 240 w 292"/>
                <a:gd name="T33" fmla="*/ 220 h 238"/>
                <a:gd name="T34" fmla="*/ 240 w 292"/>
                <a:gd name="T35" fmla="*/ 228 h 238"/>
                <a:gd name="T36" fmla="*/ 200 w 292"/>
                <a:gd name="T37" fmla="*/ 197 h 238"/>
                <a:gd name="T38" fmla="*/ 200 w 292"/>
                <a:gd name="T39" fmla="*/ 211 h 238"/>
                <a:gd name="T40" fmla="*/ 95 w 292"/>
                <a:gd name="T41" fmla="*/ 211 h 238"/>
                <a:gd name="T42" fmla="*/ 95 w 292"/>
                <a:gd name="T43" fmla="*/ 197 h 238"/>
                <a:gd name="T44" fmla="*/ 200 w 292"/>
                <a:gd name="T45" fmla="*/ 197 h 238"/>
                <a:gd name="T46" fmla="*/ 8 w 292"/>
                <a:gd name="T47" fmla="*/ 9 h 238"/>
                <a:gd name="T48" fmla="*/ 284 w 292"/>
                <a:gd name="T49" fmla="*/ 9 h 238"/>
                <a:gd name="T50" fmla="*/ 284 w 292"/>
                <a:gd name="T51" fmla="*/ 183 h 238"/>
                <a:gd name="T52" fmla="*/ 8 w 292"/>
                <a:gd name="T53" fmla="*/ 183 h 238"/>
                <a:gd name="T54" fmla="*/ 8 w 292"/>
                <a:gd name="T55" fmla="*/ 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92" h="238">
                  <a:moveTo>
                    <a:pt x="292" y="192"/>
                  </a:moveTo>
                  <a:lnTo>
                    <a:pt x="292" y="0"/>
                  </a:lnTo>
                  <a:lnTo>
                    <a:pt x="0" y="0"/>
                  </a:lnTo>
                  <a:lnTo>
                    <a:pt x="0" y="192"/>
                  </a:lnTo>
                  <a:lnTo>
                    <a:pt x="87" y="192"/>
                  </a:lnTo>
                  <a:lnTo>
                    <a:pt x="87" y="211"/>
                  </a:lnTo>
                  <a:lnTo>
                    <a:pt x="47" y="211"/>
                  </a:lnTo>
                  <a:lnTo>
                    <a:pt x="47" y="238"/>
                  </a:lnTo>
                  <a:lnTo>
                    <a:pt x="249" y="238"/>
                  </a:lnTo>
                  <a:lnTo>
                    <a:pt x="249" y="211"/>
                  </a:lnTo>
                  <a:lnTo>
                    <a:pt x="208" y="211"/>
                  </a:lnTo>
                  <a:lnTo>
                    <a:pt x="208" y="192"/>
                  </a:lnTo>
                  <a:lnTo>
                    <a:pt x="292" y="192"/>
                  </a:lnTo>
                  <a:close/>
                  <a:moveTo>
                    <a:pt x="240" y="228"/>
                  </a:moveTo>
                  <a:lnTo>
                    <a:pt x="55" y="228"/>
                  </a:lnTo>
                  <a:lnTo>
                    <a:pt x="55" y="220"/>
                  </a:lnTo>
                  <a:lnTo>
                    <a:pt x="240" y="220"/>
                  </a:lnTo>
                  <a:lnTo>
                    <a:pt x="240" y="228"/>
                  </a:lnTo>
                  <a:close/>
                  <a:moveTo>
                    <a:pt x="200" y="197"/>
                  </a:moveTo>
                  <a:lnTo>
                    <a:pt x="200" y="211"/>
                  </a:lnTo>
                  <a:lnTo>
                    <a:pt x="95" y="211"/>
                  </a:lnTo>
                  <a:lnTo>
                    <a:pt x="95" y="197"/>
                  </a:lnTo>
                  <a:lnTo>
                    <a:pt x="200" y="197"/>
                  </a:lnTo>
                  <a:close/>
                  <a:moveTo>
                    <a:pt x="8" y="9"/>
                  </a:moveTo>
                  <a:lnTo>
                    <a:pt x="284" y="9"/>
                  </a:lnTo>
                  <a:lnTo>
                    <a:pt x="284" y="183"/>
                  </a:lnTo>
                  <a:lnTo>
                    <a:pt x="8" y="183"/>
                  </a:lnTo>
                  <a:lnTo>
                    <a:pt x="8" y="9"/>
                  </a:lnTo>
                  <a:close/>
                </a:path>
              </a:pathLst>
            </a:custGeom>
            <a:solidFill>
              <a:srgbClr val="8A8A8D"/>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15"/>
            <p:cNvSpPr>
              <a:spLocks noEditPoints="1"/>
            </p:cNvSpPr>
            <p:nvPr/>
          </p:nvSpPr>
          <p:spPr bwMode="auto">
            <a:xfrm>
              <a:off x="2797175" y="1616076"/>
              <a:ext cx="347663" cy="209551"/>
            </a:xfrm>
            <a:custGeom>
              <a:avLst/>
              <a:gdLst>
                <a:gd name="T0" fmla="*/ 31 w 219"/>
                <a:gd name="T1" fmla="*/ 132 h 132"/>
                <a:gd name="T2" fmla="*/ 24 w 219"/>
                <a:gd name="T3" fmla="*/ 126 h 132"/>
                <a:gd name="T4" fmla="*/ 75 w 219"/>
                <a:gd name="T5" fmla="*/ 57 h 132"/>
                <a:gd name="T6" fmla="*/ 142 w 219"/>
                <a:gd name="T7" fmla="*/ 103 h 132"/>
                <a:gd name="T8" fmla="*/ 213 w 219"/>
                <a:gd name="T9" fmla="*/ 31 h 132"/>
                <a:gd name="T10" fmla="*/ 219 w 219"/>
                <a:gd name="T11" fmla="*/ 38 h 132"/>
                <a:gd name="T12" fmla="*/ 143 w 219"/>
                <a:gd name="T13" fmla="*/ 115 h 132"/>
                <a:gd name="T14" fmla="*/ 77 w 219"/>
                <a:gd name="T15" fmla="*/ 69 h 132"/>
                <a:gd name="T16" fmla="*/ 31 w 219"/>
                <a:gd name="T17" fmla="*/ 132 h 132"/>
                <a:gd name="T18" fmla="*/ 54 w 219"/>
                <a:gd name="T19" fmla="*/ 21 h 132"/>
                <a:gd name="T20" fmla="*/ 32 w 219"/>
                <a:gd name="T21" fmla="*/ 21 h 132"/>
                <a:gd name="T22" fmla="*/ 32 w 219"/>
                <a:gd name="T23" fmla="*/ 0 h 132"/>
                <a:gd name="T24" fmla="*/ 23 w 219"/>
                <a:gd name="T25" fmla="*/ 0 h 132"/>
                <a:gd name="T26" fmla="*/ 23 w 219"/>
                <a:gd name="T27" fmla="*/ 21 h 132"/>
                <a:gd name="T28" fmla="*/ 0 w 219"/>
                <a:gd name="T29" fmla="*/ 21 h 132"/>
                <a:gd name="T30" fmla="*/ 0 w 219"/>
                <a:gd name="T31" fmla="*/ 30 h 132"/>
                <a:gd name="T32" fmla="*/ 23 w 219"/>
                <a:gd name="T33" fmla="*/ 30 h 132"/>
                <a:gd name="T34" fmla="*/ 23 w 219"/>
                <a:gd name="T35" fmla="*/ 52 h 132"/>
                <a:gd name="T36" fmla="*/ 32 w 219"/>
                <a:gd name="T37" fmla="*/ 52 h 132"/>
                <a:gd name="T38" fmla="*/ 32 w 219"/>
                <a:gd name="T39" fmla="*/ 30 h 132"/>
                <a:gd name="T40" fmla="*/ 54 w 219"/>
                <a:gd name="T41" fmla="*/ 30 h 132"/>
                <a:gd name="T42" fmla="*/ 54 w 219"/>
                <a:gd name="T43" fmla="*/ 21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9" h="132">
                  <a:moveTo>
                    <a:pt x="31" y="132"/>
                  </a:moveTo>
                  <a:lnTo>
                    <a:pt x="24" y="126"/>
                  </a:lnTo>
                  <a:lnTo>
                    <a:pt x="75" y="57"/>
                  </a:lnTo>
                  <a:lnTo>
                    <a:pt x="142" y="103"/>
                  </a:lnTo>
                  <a:lnTo>
                    <a:pt x="213" y="31"/>
                  </a:lnTo>
                  <a:lnTo>
                    <a:pt x="219" y="38"/>
                  </a:lnTo>
                  <a:lnTo>
                    <a:pt x="143" y="115"/>
                  </a:lnTo>
                  <a:lnTo>
                    <a:pt x="77" y="69"/>
                  </a:lnTo>
                  <a:lnTo>
                    <a:pt x="31" y="132"/>
                  </a:lnTo>
                  <a:close/>
                  <a:moveTo>
                    <a:pt x="54" y="21"/>
                  </a:moveTo>
                  <a:lnTo>
                    <a:pt x="32" y="21"/>
                  </a:lnTo>
                  <a:lnTo>
                    <a:pt x="32" y="0"/>
                  </a:lnTo>
                  <a:lnTo>
                    <a:pt x="23" y="0"/>
                  </a:lnTo>
                  <a:lnTo>
                    <a:pt x="23" y="21"/>
                  </a:lnTo>
                  <a:lnTo>
                    <a:pt x="0" y="21"/>
                  </a:lnTo>
                  <a:lnTo>
                    <a:pt x="0" y="30"/>
                  </a:lnTo>
                  <a:lnTo>
                    <a:pt x="23" y="30"/>
                  </a:lnTo>
                  <a:lnTo>
                    <a:pt x="23" y="52"/>
                  </a:lnTo>
                  <a:lnTo>
                    <a:pt x="32" y="52"/>
                  </a:lnTo>
                  <a:lnTo>
                    <a:pt x="32" y="30"/>
                  </a:lnTo>
                  <a:lnTo>
                    <a:pt x="54" y="30"/>
                  </a:lnTo>
                  <a:lnTo>
                    <a:pt x="54" y="21"/>
                  </a:lnTo>
                  <a:close/>
                </a:path>
              </a:pathLst>
            </a:custGeom>
            <a:solidFill>
              <a:srgbClr val="E8772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68" name="Group 47"/>
          <p:cNvGrpSpPr>
            <a:grpSpLocks noChangeAspect="1"/>
          </p:cNvGrpSpPr>
          <p:nvPr/>
        </p:nvGrpSpPr>
        <p:grpSpPr bwMode="auto">
          <a:xfrm>
            <a:off x="4129656" y="3876809"/>
            <a:ext cx="275087" cy="361988"/>
            <a:chOff x="809" y="1394"/>
            <a:chExt cx="459" cy="604"/>
          </a:xfrm>
        </p:grpSpPr>
        <p:sp>
          <p:nvSpPr>
            <p:cNvPr id="69" name="Rectangle 48"/>
            <p:cNvSpPr>
              <a:spLocks noChangeArrowheads="1"/>
            </p:cNvSpPr>
            <p:nvPr/>
          </p:nvSpPr>
          <p:spPr bwMode="auto">
            <a:xfrm>
              <a:off x="894" y="1736"/>
              <a:ext cx="312" cy="19"/>
            </a:xfrm>
            <a:prstGeom prst="rect">
              <a:avLst/>
            </a:prstGeom>
            <a:solidFill>
              <a:srgbClr val="888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Rectangle 49"/>
            <p:cNvSpPr>
              <a:spLocks noChangeArrowheads="1"/>
            </p:cNvSpPr>
            <p:nvPr/>
          </p:nvSpPr>
          <p:spPr bwMode="auto">
            <a:xfrm>
              <a:off x="894" y="1791"/>
              <a:ext cx="312" cy="19"/>
            </a:xfrm>
            <a:prstGeom prst="rect">
              <a:avLst/>
            </a:prstGeom>
            <a:solidFill>
              <a:srgbClr val="888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50"/>
            <p:cNvSpPr>
              <a:spLocks noChangeArrowheads="1"/>
            </p:cNvSpPr>
            <p:nvPr/>
          </p:nvSpPr>
          <p:spPr bwMode="auto">
            <a:xfrm>
              <a:off x="894" y="1845"/>
              <a:ext cx="312" cy="19"/>
            </a:xfrm>
            <a:prstGeom prst="rect">
              <a:avLst/>
            </a:prstGeom>
            <a:solidFill>
              <a:srgbClr val="888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Rectangle 51"/>
            <p:cNvSpPr>
              <a:spLocks noChangeArrowheads="1"/>
            </p:cNvSpPr>
            <p:nvPr/>
          </p:nvSpPr>
          <p:spPr bwMode="auto">
            <a:xfrm>
              <a:off x="1036" y="1590"/>
              <a:ext cx="19" cy="106"/>
            </a:xfrm>
            <a:prstGeom prst="rect">
              <a:avLst/>
            </a:prstGeom>
            <a:solidFill>
              <a:srgbClr val="E878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Rectangle 52"/>
            <p:cNvSpPr>
              <a:spLocks noChangeArrowheads="1"/>
            </p:cNvSpPr>
            <p:nvPr/>
          </p:nvSpPr>
          <p:spPr bwMode="auto">
            <a:xfrm>
              <a:off x="991" y="1635"/>
              <a:ext cx="111" cy="19"/>
            </a:xfrm>
            <a:prstGeom prst="rect">
              <a:avLst/>
            </a:prstGeom>
            <a:solidFill>
              <a:srgbClr val="E878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53"/>
            <p:cNvSpPr>
              <a:spLocks/>
            </p:cNvSpPr>
            <p:nvPr/>
          </p:nvSpPr>
          <p:spPr bwMode="auto">
            <a:xfrm>
              <a:off x="809" y="1422"/>
              <a:ext cx="459" cy="576"/>
            </a:xfrm>
            <a:custGeom>
              <a:avLst/>
              <a:gdLst>
                <a:gd name="T0" fmla="*/ 459 w 459"/>
                <a:gd name="T1" fmla="*/ 576 h 576"/>
                <a:gd name="T2" fmla="*/ 0 w 459"/>
                <a:gd name="T3" fmla="*/ 576 h 576"/>
                <a:gd name="T4" fmla="*/ 0 w 459"/>
                <a:gd name="T5" fmla="*/ 0 h 576"/>
                <a:gd name="T6" fmla="*/ 76 w 459"/>
                <a:gd name="T7" fmla="*/ 0 h 576"/>
                <a:gd name="T8" fmla="*/ 76 w 459"/>
                <a:gd name="T9" fmla="*/ 19 h 576"/>
                <a:gd name="T10" fmla="*/ 19 w 459"/>
                <a:gd name="T11" fmla="*/ 19 h 576"/>
                <a:gd name="T12" fmla="*/ 19 w 459"/>
                <a:gd name="T13" fmla="*/ 558 h 576"/>
                <a:gd name="T14" fmla="*/ 440 w 459"/>
                <a:gd name="T15" fmla="*/ 558 h 576"/>
                <a:gd name="T16" fmla="*/ 440 w 459"/>
                <a:gd name="T17" fmla="*/ 19 h 576"/>
                <a:gd name="T18" fmla="*/ 386 w 459"/>
                <a:gd name="T19" fmla="*/ 19 h 576"/>
                <a:gd name="T20" fmla="*/ 386 w 459"/>
                <a:gd name="T21" fmla="*/ 0 h 576"/>
                <a:gd name="T22" fmla="*/ 459 w 459"/>
                <a:gd name="T23" fmla="*/ 0 h 576"/>
                <a:gd name="T24" fmla="*/ 459 w 459"/>
                <a:gd name="T25"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9" h="576">
                  <a:moveTo>
                    <a:pt x="459" y="576"/>
                  </a:moveTo>
                  <a:lnTo>
                    <a:pt x="0" y="576"/>
                  </a:lnTo>
                  <a:lnTo>
                    <a:pt x="0" y="0"/>
                  </a:lnTo>
                  <a:lnTo>
                    <a:pt x="76" y="0"/>
                  </a:lnTo>
                  <a:lnTo>
                    <a:pt x="76" y="19"/>
                  </a:lnTo>
                  <a:lnTo>
                    <a:pt x="19" y="19"/>
                  </a:lnTo>
                  <a:lnTo>
                    <a:pt x="19" y="558"/>
                  </a:lnTo>
                  <a:lnTo>
                    <a:pt x="440" y="558"/>
                  </a:lnTo>
                  <a:lnTo>
                    <a:pt x="440" y="19"/>
                  </a:lnTo>
                  <a:lnTo>
                    <a:pt x="386" y="19"/>
                  </a:lnTo>
                  <a:lnTo>
                    <a:pt x="386" y="0"/>
                  </a:lnTo>
                  <a:lnTo>
                    <a:pt x="459" y="0"/>
                  </a:lnTo>
                  <a:lnTo>
                    <a:pt x="459" y="576"/>
                  </a:lnTo>
                  <a:close/>
                </a:path>
              </a:pathLst>
            </a:custGeom>
            <a:solidFill>
              <a:srgbClr val="E878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54"/>
            <p:cNvSpPr>
              <a:spLocks noEditPoints="1"/>
            </p:cNvSpPr>
            <p:nvPr/>
          </p:nvSpPr>
          <p:spPr bwMode="auto">
            <a:xfrm>
              <a:off x="876" y="1394"/>
              <a:ext cx="328" cy="83"/>
            </a:xfrm>
            <a:custGeom>
              <a:avLst/>
              <a:gdLst>
                <a:gd name="T0" fmla="*/ 128 w 139"/>
                <a:gd name="T1" fmla="*/ 35 h 35"/>
                <a:gd name="T2" fmla="*/ 11 w 139"/>
                <a:gd name="T3" fmla="*/ 35 h 35"/>
                <a:gd name="T4" fmla="*/ 0 w 139"/>
                <a:gd name="T5" fmla="*/ 23 h 35"/>
                <a:gd name="T6" fmla="*/ 0 w 139"/>
                <a:gd name="T7" fmla="*/ 12 h 35"/>
                <a:gd name="T8" fmla="*/ 11 w 139"/>
                <a:gd name="T9" fmla="*/ 0 h 35"/>
                <a:gd name="T10" fmla="*/ 128 w 139"/>
                <a:gd name="T11" fmla="*/ 0 h 35"/>
                <a:gd name="T12" fmla="*/ 139 w 139"/>
                <a:gd name="T13" fmla="*/ 12 h 35"/>
                <a:gd name="T14" fmla="*/ 139 w 139"/>
                <a:gd name="T15" fmla="*/ 23 h 35"/>
                <a:gd name="T16" fmla="*/ 128 w 139"/>
                <a:gd name="T17" fmla="*/ 35 h 35"/>
                <a:gd name="T18" fmla="*/ 11 w 139"/>
                <a:gd name="T19" fmla="*/ 8 h 35"/>
                <a:gd name="T20" fmla="*/ 8 w 139"/>
                <a:gd name="T21" fmla="*/ 12 h 35"/>
                <a:gd name="T22" fmla="*/ 8 w 139"/>
                <a:gd name="T23" fmla="*/ 23 h 35"/>
                <a:gd name="T24" fmla="*/ 11 w 139"/>
                <a:gd name="T25" fmla="*/ 27 h 35"/>
                <a:gd name="T26" fmla="*/ 128 w 139"/>
                <a:gd name="T27" fmla="*/ 27 h 35"/>
                <a:gd name="T28" fmla="*/ 131 w 139"/>
                <a:gd name="T29" fmla="*/ 23 h 35"/>
                <a:gd name="T30" fmla="*/ 131 w 139"/>
                <a:gd name="T31" fmla="*/ 12 h 35"/>
                <a:gd name="T32" fmla="*/ 128 w 139"/>
                <a:gd name="T33" fmla="*/ 8 h 35"/>
                <a:gd name="T34" fmla="*/ 11 w 139"/>
                <a:gd name="T35" fmla="*/ 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9" h="35">
                  <a:moveTo>
                    <a:pt x="128" y="35"/>
                  </a:moveTo>
                  <a:cubicBezTo>
                    <a:pt x="11" y="35"/>
                    <a:pt x="11" y="35"/>
                    <a:pt x="11" y="35"/>
                  </a:cubicBezTo>
                  <a:cubicBezTo>
                    <a:pt x="5" y="35"/>
                    <a:pt x="0" y="30"/>
                    <a:pt x="0" y="23"/>
                  </a:cubicBezTo>
                  <a:cubicBezTo>
                    <a:pt x="0" y="12"/>
                    <a:pt x="0" y="12"/>
                    <a:pt x="0" y="12"/>
                  </a:cubicBezTo>
                  <a:cubicBezTo>
                    <a:pt x="0" y="5"/>
                    <a:pt x="5" y="0"/>
                    <a:pt x="11" y="0"/>
                  </a:cubicBezTo>
                  <a:cubicBezTo>
                    <a:pt x="128" y="0"/>
                    <a:pt x="128" y="0"/>
                    <a:pt x="128" y="0"/>
                  </a:cubicBezTo>
                  <a:cubicBezTo>
                    <a:pt x="134" y="0"/>
                    <a:pt x="139" y="5"/>
                    <a:pt x="139" y="12"/>
                  </a:cubicBezTo>
                  <a:cubicBezTo>
                    <a:pt x="139" y="23"/>
                    <a:pt x="139" y="23"/>
                    <a:pt x="139" y="23"/>
                  </a:cubicBezTo>
                  <a:cubicBezTo>
                    <a:pt x="139" y="30"/>
                    <a:pt x="134" y="35"/>
                    <a:pt x="128" y="35"/>
                  </a:cubicBezTo>
                  <a:close/>
                  <a:moveTo>
                    <a:pt x="11" y="8"/>
                  </a:moveTo>
                  <a:cubicBezTo>
                    <a:pt x="9" y="8"/>
                    <a:pt x="8" y="10"/>
                    <a:pt x="8" y="12"/>
                  </a:cubicBezTo>
                  <a:cubicBezTo>
                    <a:pt x="8" y="23"/>
                    <a:pt x="8" y="23"/>
                    <a:pt x="8" y="23"/>
                  </a:cubicBezTo>
                  <a:cubicBezTo>
                    <a:pt x="8" y="25"/>
                    <a:pt x="9" y="27"/>
                    <a:pt x="11" y="27"/>
                  </a:cubicBezTo>
                  <a:cubicBezTo>
                    <a:pt x="128" y="27"/>
                    <a:pt x="128" y="27"/>
                    <a:pt x="128" y="27"/>
                  </a:cubicBezTo>
                  <a:cubicBezTo>
                    <a:pt x="130" y="27"/>
                    <a:pt x="131" y="25"/>
                    <a:pt x="131" y="23"/>
                  </a:cubicBezTo>
                  <a:cubicBezTo>
                    <a:pt x="131" y="12"/>
                    <a:pt x="131" y="12"/>
                    <a:pt x="131" y="12"/>
                  </a:cubicBezTo>
                  <a:cubicBezTo>
                    <a:pt x="131" y="10"/>
                    <a:pt x="130" y="8"/>
                    <a:pt x="128" y="8"/>
                  </a:cubicBezTo>
                  <a:lnTo>
                    <a:pt x="11" y="8"/>
                  </a:lnTo>
                  <a:close/>
                </a:path>
              </a:pathLst>
            </a:custGeom>
            <a:solidFill>
              <a:srgbClr val="888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6" name="Freeform 39"/>
          <p:cNvSpPr>
            <a:spLocks noEditPoints="1"/>
          </p:cNvSpPr>
          <p:nvPr/>
        </p:nvSpPr>
        <p:spPr bwMode="auto">
          <a:xfrm>
            <a:off x="1812614" y="3376226"/>
            <a:ext cx="289633" cy="227199"/>
          </a:xfrm>
          <a:custGeom>
            <a:avLst/>
            <a:gdLst>
              <a:gd name="T0" fmla="*/ 487 w 487"/>
              <a:gd name="T1" fmla="*/ 309 h 382"/>
              <a:gd name="T2" fmla="*/ 487 w 487"/>
              <a:gd name="T3" fmla="*/ 0 h 382"/>
              <a:gd name="T4" fmla="*/ 0 w 487"/>
              <a:gd name="T5" fmla="*/ 0 h 382"/>
              <a:gd name="T6" fmla="*/ 0 w 487"/>
              <a:gd name="T7" fmla="*/ 309 h 382"/>
              <a:gd name="T8" fmla="*/ 138 w 487"/>
              <a:gd name="T9" fmla="*/ 309 h 382"/>
              <a:gd name="T10" fmla="*/ 138 w 487"/>
              <a:gd name="T11" fmla="*/ 341 h 382"/>
              <a:gd name="T12" fmla="*/ 73 w 487"/>
              <a:gd name="T13" fmla="*/ 341 h 382"/>
              <a:gd name="T14" fmla="*/ 73 w 487"/>
              <a:gd name="T15" fmla="*/ 382 h 382"/>
              <a:gd name="T16" fmla="*/ 414 w 487"/>
              <a:gd name="T17" fmla="*/ 382 h 382"/>
              <a:gd name="T18" fmla="*/ 414 w 487"/>
              <a:gd name="T19" fmla="*/ 341 h 382"/>
              <a:gd name="T20" fmla="*/ 349 w 487"/>
              <a:gd name="T21" fmla="*/ 341 h 382"/>
              <a:gd name="T22" fmla="*/ 349 w 487"/>
              <a:gd name="T23" fmla="*/ 309 h 382"/>
              <a:gd name="T24" fmla="*/ 487 w 487"/>
              <a:gd name="T25" fmla="*/ 309 h 382"/>
              <a:gd name="T26" fmla="*/ 398 w 487"/>
              <a:gd name="T27" fmla="*/ 366 h 382"/>
              <a:gd name="T28" fmla="*/ 89 w 487"/>
              <a:gd name="T29" fmla="*/ 366 h 382"/>
              <a:gd name="T30" fmla="*/ 89 w 487"/>
              <a:gd name="T31" fmla="*/ 358 h 382"/>
              <a:gd name="T32" fmla="*/ 398 w 487"/>
              <a:gd name="T33" fmla="*/ 358 h 382"/>
              <a:gd name="T34" fmla="*/ 398 w 487"/>
              <a:gd name="T35" fmla="*/ 366 h 382"/>
              <a:gd name="T36" fmla="*/ 333 w 487"/>
              <a:gd name="T37" fmla="*/ 317 h 382"/>
              <a:gd name="T38" fmla="*/ 333 w 487"/>
              <a:gd name="T39" fmla="*/ 333 h 382"/>
              <a:gd name="T40" fmla="*/ 154 w 487"/>
              <a:gd name="T41" fmla="*/ 333 h 382"/>
              <a:gd name="T42" fmla="*/ 154 w 487"/>
              <a:gd name="T43" fmla="*/ 317 h 382"/>
              <a:gd name="T44" fmla="*/ 333 w 487"/>
              <a:gd name="T45" fmla="*/ 317 h 382"/>
              <a:gd name="T46" fmla="*/ 16 w 487"/>
              <a:gd name="T47" fmla="*/ 16 h 382"/>
              <a:gd name="T48" fmla="*/ 471 w 487"/>
              <a:gd name="T49" fmla="*/ 16 h 382"/>
              <a:gd name="T50" fmla="*/ 471 w 487"/>
              <a:gd name="T51" fmla="*/ 293 h 382"/>
              <a:gd name="T52" fmla="*/ 16 w 487"/>
              <a:gd name="T53" fmla="*/ 293 h 382"/>
              <a:gd name="T54" fmla="*/ 16 w 487"/>
              <a:gd name="T55" fmla="*/ 1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87" h="382">
                <a:moveTo>
                  <a:pt x="487" y="309"/>
                </a:moveTo>
                <a:lnTo>
                  <a:pt x="487" y="0"/>
                </a:lnTo>
                <a:lnTo>
                  <a:pt x="0" y="0"/>
                </a:lnTo>
                <a:lnTo>
                  <a:pt x="0" y="309"/>
                </a:lnTo>
                <a:lnTo>
                  <a:pt x="138" y="309"/>
                </a:lnTo>
                <a:lnTo>
                  <a:pt x="138" y="341"/>
                </a:lnTo>
                <a:lnTo>
                  <a:pt x="73" y="341"/>
                </a:lnTo>
                <a:lnTo>
                  <a:pt x="73" y="382"/>
                </a:lnTo>
                <a:lnTo>
                  <a:pt x="414" y="382"/>
                </a:lnTo>
                <a:lnTo>
                  <a:pt x="414" y="341"/>
                </a:lnTo>
                <a:lnTo>
                  <a:pt x="349" y="341"/>
                </a:lnTo>
                <a:lnTo>
                  <a:pt x="349" y="309"/>
                </a:lnTo>
                <a:lnTo>
                  <a:pt x="487" y="309"/>
                </a:lnTo>
                <a:close/>
                <a:moveTo>
                  <a:pt x="398" y="366"/>
                </a:moveTo>
                <a:lnTo>
                  <a:pt x="89" y="366"/>
                </a:lnTo>
                <a:lnTo>
                  <a:pt x="89" y="358"/>
                </a:lnTo>
                <a:lnTo>
                  <a:pt x="398" y="358"/>
                </a:lnTo>
                <a:lnTo>
                  <a:pt x="398" y="366"/>
                </a:lnTo>
                <a:close/>
                <a:moveTo>
                  <a:pt x="333" y="317"/>
                </a:moveTo>
                <a:lnTo>
                  <a:pt x="333" y="333"/>
                </a:lnTo>
                <a:lnTo>
                  <a:pt x="154" y="333"/>
                </a:lnTo>
                <a:lnTo>
                  <a:pt x="154" y="317"/>
                </a:lnTo>
                <a:lnTo>
                  <a:pt x="333" y="317"/>
                </a:lnTo>
                <a:close/>
                <a:moveTo>
                  <a:pt x="16" y="16"/>
                </a:moveTo>
                <a:lnTo>
                  <a:pt x="471" y="16"/>
                </a:lnTo>
                <a:lnTo>
                  <a:pt x="471" y="293"/>
                </a:lnTo>
                <a:lnTo>
                  <a:pt x="16" y="293"/>
                </a:lnTo>
                <a:lnTo>
                  <a:pt x="16" y="16"/>
                </a:lnTo>
                <a:close/>
              </a:path>
            </a:pathLst>
          </a:custGeom>
          <a:solidFill>
            <a:srgbClr val="E8772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8" tIns="44824" rIns="89648" bIns="44824" numCol="1" anchor="t" anchorCtr="0" compatLnSpc="1">
            <a:prstTxWarp prst="textNoShape">
              <a:avLst/>
            </a:prstTxWarp>
          </a:bodyPr>
          <a:lstStyle/>
          <a:p>
            <a:endParaRPr lang="en-US"/>
          </a:p>
        </p:txBody>
      </p:sp>
      <p:sp>
        <p:nvSpPr>
          <p:cNvPr id="77" name="Can 76"/>
          <p:cNvSpPr/>
          <p:nvPr/>
        </p:nvSpPr>
        <p:spPr>
          <a:xfrm>
            <a:off x="5029201" y="2170796"/>
            <a:ext cx="838199" cy="977292"/>
          </a:xfrm>
          <a:prstGeom prst="ca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Left-Right Arrow 78"/>
          <p:cNvSpPr/>
          <p:nvPr/>
        </p:nvSpPr>
        <p:spPr>
          <a:xfrm rot="2529071">
            <a:off x="4738246" y="2085849"/>
            <a:ext cx="304800" cy="76200"/>
          </a:xfrm>
          <a:prstGeom prst="lef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Left-Right Arrow 79"/>
          <p:cNvSpPr/>
          <p:nvPr/>
        </p:nvSpPr>
        <p:spPr>
          <a:xfrm rot="18756264">
            <a:off x="5846208" y="2078407"/>
            <a:ext cx="304800" cy="76200"/>
          </a:xfrm>
          <a:prstGeom prst="lef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09170111"/>
      </p:ext>
    </p:extLst>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lvl="2"/>
            <a:r>
              <a:rPr lang="en-US" sz="2400" dirty="0">
                <a:solidFill>
                  <a:schemeClr val="accent6">
                    <a:lumMod val="10000"/>
                  </a:schemeClr>
                </a:solidFill>
              </a:rPr>
              <a:t>A</a:t>
            </a:r>
            <a:r>
              <a:rPr lang="en-US" sz="2400" dirty="0" smtClean="0">
                <a:solidFill>
                  <a:schemeClr val="accent6">
                    <a:lumMod val="10000"/>
                  </a:schemeClr>
                </a:solidFill>
              </a:rPr>
              <a:t> condensed yet broad definition of ‘data mining’:</a:t>
            </a:r>
          </a:p>
          <a:p>
            <a:r>
              <a:rPr lang="en-US" dirty="0" smtClean="0">
                <a:solidFill>
                  <a:schemeClr val="accent4"/>
                </a:solidFill>
                <a:latin typeface="DokChampa" panose="020B0604020202020204" pitchFamily="34" charset="-34"/>
                <a:cs typeface="DokChampa" panose="020B0604020202020204" pitchFamily="34" charset="-34"/>
              </a:rPr>
              <a:t>	</a:t>
            </a:r>
            <a:r>
              <a:rPr lang="en-US" b="1" dirty="0" smtClean="0">
                <a:solidFill>
                  <a:srgbClr val="0070C0"/>
                </a:solidFill>
                <a:latin typeface="DokChampa" panose="020B0604020202020204" pitchFamily="34" charset="-34"/>
                <a:cs typeface="DokChampa" panose="020B0604020202020204" pitchFamily="34" charset="-34"/>
              </a:rPr>
              <a:t>The extraction of analytic value from </a:t>
            </a:r>
            <a:r>
              <a:rPr lang="en-US" b="1" i="1" u="sng" dirty="0" smtClean="0">
                <a:solidFill>
                  <a:srgbClr val="0070C0"/>
                </a:solidFill>
                <a:latin typeface="DokChampa" panose="020B0604020202020204" pitchFamily="34" charset="-34"/>
                <a:cs typeface="DokChampa" panose="020B0604020202020204" pitchFamily="34" charset="-34"/>
              </a:rPr>
              <a:t>business</a:t>
            </a:r>
            <a:r>
              <a:rPr lang="en-US" b="1" dirty="0" smtClean="0">
                <a:solidFill>
                  <a:srgbClr val="0070C0"/>
                </a:solidFill>
                <a:latin typeface="DokChampa" panose="020B0604020202020204" pitchFamily="34" charset="-34"/>
                <a:cs typeface="DokChampa" panose="020B0604020202020204" pitchFamily="34" charset="-34"/>
              </a:rPr>
              <a:t> data.</a:t>
            </a:r>
          </a:p>
          <a:p>
            <a:pPr>
              <a:spcBef>
                <a:spcPts val="600"/>
              </a:spcBef>
            </a:pPr>
            <a:endParaRPr lang="en-US" sz="2000" dirty="0" smtClean="0"/>
          </a:p>
          <a:p>
            <a:pPr marL="342900" lvl="1" indent="-342900">
              <a:buFont typeface="Arial" panose="020B0604020202020204" pitchFamily="34" charset="0"/>
              <a:buChar char="•"/>
            </a:pPr>
            <a:r>
              <a:rPr lang="en-US" dirty="0" smtClean="0">
                <a:solidFill>
                  <a:schemeClr val="accent6">
                    <a:lumMod val="10000"/>
                  </a:schemeClr>
                </a:solidFill>
              </a:rPr>
              <a:t>There’s a strong consensus in </a:t>
            </a:r>
            <a:r>
              <a:rPr lang="en-US" smtClean="0">
                <a:solidFill>
                  <a:schemeClr val="accent6">
                    <a:lumMod val="10000"/>
                  </a:schemeClr>
                </a:solidFill>
              </a:rPr>
              <a:t>the current Analytics/Data </a:t>
            </a:r>
            <a:r>
              <a:rPr lang="en-US" dirty="0" smtClean="0">
                <a:solidFill>
                  <a:schemeClr val="accent6">
                    <a:lumMod val="10000"/>
                  </a:schemeClr>
                </a:solidFill>
              </a:rPr>
              <a:t>Science community that this model is applicable broadly</a:t>
            </a:r>
          </a:p>
          <a:p>
            <a:pPr marL="342900" lvl="1" indent="-342900">
              <a:buFont typeface="Arial" panose="020B0604020202020204" pitchFamily="34" charset="0"/>
              <a:buChar char="•"/>
            </a:pPr>
            <a:r>
              <a:rPr lang="en-US" dirty="0" smtClean="0">
                <a:solidFill>
                  <a:schemeClr val="accent6">
                    <a:lumMod val="10000"/>
                  </a:schemeClr>
                </a:solidFill>
              </a:rPr>
              <a:t>As of 2014 </a:t>
            </a:r>
            <a:r>
              <a:rPr lang="en-US" dirty="0">
                <a:solidFill>
                  <a:schemeClr val="accent6">
                    <a:lumMod val="10000"/>
                  </a:schemeClr>
                </a:solidFill>
              </a:rPr>
              <a:t>i</a:t>
            </a:r>
            <a:r>
              <a:rPr lang="en-US" dirty="0" smtClean="0">
                <a:solidFill>
                  <a:schemeClr val="accent6">
                    <a:lumMod val="10000"/>
                  </a:schemeClr>
                </a:solidFill>
              </a:rPr>
              <a:t>t was the predominant “Analytic Project” model. </a:t>
            </a:r>
            <a:endParaRPr lang="en-US" dirty="0">
              <a:solidFill>
                <a:schemeClr val="accent6">
                  <a:lumMod val="10000"/>
                </a:schemeClr>
              </a:solidFill>
            </a:endParaRPr>
          </a:p>
        </p:txBody>
      </p:sp>
      <p:sp>
        <p:nvSpPr>
          <p:cNvPr id="3" name="Slide Number Placeholder 2"/>
          <p:cNvSpPr>
            <a:spLocks noGrp="1"/>
          </p:cNvSpPr>
          <p:nvPr>
            <p:ph type="sldNum" sz="quarter" idx="11"/>
          </p:nvPr>
        </p:nvSpPr>
        <p:spPr/>
        <p:txBody>
          <a:bodyPr/>
          <a:lstStyle/>
          <a:p>
            <a:pPr algn="r"/>
            <a:fld id="{F18F5FCC-583C-47C6-9953-2F6AD74D46AE}" type="slidenum">
              <a:rPr lang="en-US" smtClean="0"/>
              <a:pPr algn="r"/>
              <a:t>2</a:t>
            </a:fld>
            <a:endParaRPr lang="en-US" dirty="0"/>
          </a:p>
        </p:txBody>
      </p:sp>
      <p:sp>
        <p:nvSpPr>
          <p:cNvPr id="4" name="Title 3"/>
          <p:cNvSpPr>
            <a:spLocks noGrp="1"/>
          </p:cNvSpPr>
          <p:nvPr>
            <p:ph type="title"/>
          </p:nvPr>
        </p:nvSpPr>
        <p:spPr/>
        <p:txBody>
          <a:bodyPr/>
          <a:lstStyle/>
          <a:p>
            <a:r>
              <a:rPr lang="en-US" sz="2400" dirty="0" smtClean="0"/>
              <a:t>Data Mining?</a:t>
            </a:r>
            <a:r>
              <a:rPr lang="en-US" sz="2400" dirty="0"/>
              <a:t> How does a ‘data mining model’ apply to us</a:t>
            </a:r>
            <a:r>
              <a:rPr lang="en-US" sz="2400" dirty="0" smtClean="0"/>
              <a:t>?</a:t>
            </a:r>
            <a:endParaRPr lang="en-US" sz="2400" dirty="0"/>
          </a:p>
        </p:txBody>
      </p:sp>
    </p:spTree>
    <p:extLst>
      <p:ext uri="{BB962C8B-B14F-4D97-AF65-F5344CB8AC3E}">
        <p14:creationId xmlns:p14="http://schemas.microsoft.com/office/powerpoint/2010/main" val="2446164234"/>
      </p:ext>
    </p:extLst>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Oval 21"/>
          <p:cNvSpPr/>
          <p:nvPr/>
        </p:nvSpPr>
        <p:spPr>
          <a:xfrm>
            <a:off x="1347832" y="971550"/>
            <a:ext cx="1219201" cy="1117831"/>
          </a:xfrm>
          <a:prstGeom prst="ellipse">
            <a:avLst/>
          </a:prstGeom>
          <a:solidFill>
            <a:srgbClr val="FFFFFF"/>
          </a:solidFill>
          <a:ln w="28575" cap="flat" cmpd="sng" algn="ctr">
            <a:solidFill>
              <a:srgbClr val="FFFFFF">
                <a:lumMod val="75000"/>
              </a:srgbClr>
            </a:solidFill>
            <a:prstDash val="solid"/>
          </a:ln>
          <a:effectLst/>
        </p:spPr>
        <p:txBody>
          <a:bodyPr lIns="0" tIns="0" rIns="0" bIns="0" rtlCol="0" anchor="ctr"/>
          <a:lstStyle/>
          <a:p>
            <a:pPr algn="ctr" defTabSz="685654">
              <a:defRPr/>
            </a:pPr>
            <a:r>
              <a:rPr lang="en-US" sz="800" b="1" kern="0" dirty="0" smtClean="0">
                <a:gradFill>
                  <a:gsLst>
                    <a:gs pos="1250">
                      <a:srgbClr val="E87722"/>
                    </a:gs>
                    <a:gs pos="99000">
                      <a:srgbClr val="E87722"/>
                    </a:gs>
                  </a:gsLst>
                  <a:lin ang="5400000" scaled="0"/>
                </a:gradFill>
                <a:latin typeface="Arial"/>
              </a:rPr>
              <a:t>Business Understanding</a:t>
            </a:r>
            <a:endParaRPr lang="en-US" sz="800" b="1" kern="0" dirty="0">
              <a:gradFill>
                <a:gsLst>
                  <a:gs pos="1250">
                    <a:srgbClr val="E87722"/>
                  </a:gs>
                  <a:gs pos="99000">
                    <a:srgbClr val="E87722"/>
                  </a:gs>
                </a:gsLst>
                <a:lin ang="5400000" scaled="0"/>
              </a:gradFill>
              <a:latin typeface="Arial"/>
            </a:endParaRPr>
          </a:p>
        </p:txBody>
      </p:sp>
      <p:sp>
        <p:nvSpPr>
          <p:cNvPr id="5" name="Slide Number Placeholder 4"/>
          <p:cNvSpPr>
            <a:spLocks noGrp="1"/>
          </p:cNvSpPr>
          <p:nvPr>
            <p:ph type="sldNum" sz="quarter" idx="11"/>
          </p:nvPr>
        </p:nvSpPr>
        <p:spPr/>
        <p:txBody>
          <a:bodyPr/>
          <a:lstStyle/>
          <a:p>
            <a:fld id="{F18F5FCC-583C-47C6-9953-2F6AD74D46AE}" type="slidenum">
              <a:rPr lang="en-US" smtClean="0"/>
              <a:pPr/>
              <a:t>3</a:t>
            </a:fld>
            <a:endParaRPr lang="en-US" dirty="0"/>
          </a:p>
        </p:txBody>
      </p:sp>
      <p:sp>
        <p:nvSpPr>
          <p:cNvPr id="2" name="Title 1"/>
          <p:cNvSpPr>
            <a:spLocks noGrp="1"/>
          </p:cNvSpPr>
          <p:nvPr>
            <p:ph type="title"/>
          </p:nvPr>
        </p:nvSpPr>
        <p:spPr/>
        <p:txBody>
          <a:bodyPr/>
          <a:lstStyle/>
          <a:p>
            <a:r>
              <a:rPr lang="en-US" sz="2400" dirty="0" smtClean="0"/>
              <a:t>Crisp-DM: </a:t>
            </a:r>
            <a:r>
              <a:rPr lang="en-US" sz="2400" dirty="0" err="1" smtClean="0"/>
              <a:t>CRoss</a:t>
            </a:r>
            <a:r>
              <a:rPr lang="en-US" sz="2400" dirty="0" smtClean="0"/>
              <a:t>-Industry </a:t>
            </a:r>
            <a:r>
              <a:rPr lang="en-US" sz="2400" dirty="0"/>
              <a:t>S</a:t>
            </a:r>
            <a:r>
              <a:rPr lang="en-US" sz="2400" dirty="0" smtClean="0"/>
              <a:t>tandard </a:t>
            </a:r>
            <a:r>
              <a:rPr lang="en-US" sz="2400" dirty="0"/>
              <a:t>P</a:t>
            </a:r>
            <a:r>
              <a:rPr lang="en-US" sz="2400" dirty="0" smtClean="0"/>
              <a:t>rocess </a:t>
            </a:r>
            <a:r>
              <a:rPr lang="en-US" sz="2400" dirty="0"/>
              <a:t>for </a:t>
            </a:r>
            <a:r>
              <a:rPr lang="en-US" sz="2400" dirty="0" smtClean="0"/>
              <a:t>Data </a:t>
            </a:r>
            <a:r>
              <a:rPr lang="en-US" sz="2400" dirty="0"/>
              <a:t>M</a:t>
            </a:r>
            <a:r>
              <a:rPr lang="en-US" sz="2400" dirty="0" smtClean="0"/>
              <a:t>ining</a:t>
            </a:r>
            <a:endParaRPr lang="en-US" sz="2400" dirty="0"/>
          </a:p>
        </p:txBody>
      </p:sp>
      <p:sp>
        <p:nvSpPr>
          <p:cNvPr id="50" name="Oval 49"/>
          <p:cNvSpPr/>
          <p:nvPr/>
        </p:nvSpPr>
        <p:spPr>
          <a:xfrm>
            <a:off x="3657600" y="971550"/>
            <a:ext cx="1219201" cy="1117831"/>
          </a:xfrm>
          <a:prstGeom prst="ellipse">
            <a:avLst/>
          </a:prstGeom>
          <a:solidFill>
            <a:srgbClr val="FFFFFF"/>
          </a:solidFill>
          <a:ln w="28575" cap="flat" cmpd="sng" algn="ctr">
            <a:solidFill>
              <a:srgbClr val="FFFFFF">
                <a:lumMod val="75000"/>
              </a:srgbClr>
            </a:solidFill>
            <a:prstDash val="solid"/>
          </a:ln>
          <a:effectLst/>
        </p:spPr>
        <p:txBody>
          <a:bodyPr lIns="0" tIns="0" rIns="0" bIns="0" rtlCol="0" anchor="ctr"/>
          <a:lstStyle/>
          <a:p>
            <a:pPr algn="ctr" defTabSz="685654">
              <a:defRPr/>
            </a:pPr>
            <a:r>
              <a:rPr lang="en-US" sz="800" b="1" kern="0" dirty="0" smtClean="0">
                <a:gradFill>
                  <a:gsLst>
                    <a:gs pos="1250">
                      <a:srgbClr val="E87722"/>
                    </a:gs>
                    <a:gs pos="99000">
                      <a:srgbClr val="E87722"/>
                    </a:gs>
                  </a:gsLst>
                  <a:lin ang="5400000" scaled="0"/>
                </a:gradFill>
                <a:latin typeface="Arial"/>
              </a:rPr>
              <a:t>Data</a:t>
            </a:r>
          </a:p>
          <a:p>
            <a:pPr algn="ctr" defTabSz="685654">
              <a:defRPr/>
            </a:pPr>
            <a:r>
              <a:rPr lang="en-US" sz="800" b="1" kern="0" dirty="0" smtClean="0">
                <a:gradFill>
                  <a:gsLst>
                    <a:gs pos="1250">
                      <a:srgbClr val="E87722"/>
                    </a:gs>
                    <a:gs pos="99000">
                      <a:srgbClr val="E87722"/>
                    </a:gs>
                  </a:gsLst>
                  <a:lin ang="5400000" scaled="0"/>
                </a:gradFill>
                <a:latin typeface="Arial"/>
              </a:rPr>
              <a:t>Understanding</a:t>
            </a:r>
            <a:endParaRPr lang="en-US" sz="800" b="1" kern="0" dirty="0">
              <a:gradFill>
                <a:gsLst>
                  <a:gs pos="1250">
                    <a:srgbClr val="E87722"/>
                  </a:gs>
                  <a:gs pos="99000">
                    <a:srgbClr val="E87722"/>
                  </a:gs>
                </a:gsLst>
                <a:lin ang="5400000" scaled="0"/>
              </a:gradFill>
              <a:latin typeface="Aria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7088" y="1067099"/>
            <a:ext cx="420687" cy="341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Oval 23"/>
          <p:cNvSpPr/>
          <p:nvPr/>
        </p:nvSpPr>
        <p:spPr>
          <a:xfrm>
            <a:off x="5943598" y="937255"/>
            <a:ext cx="1219201" cy="1117831"/>
          </a:xfrm>
          <a:prstGeom prst="ellipse">
            <a:avLst/>
          </a:prstGeom>
          <a:solidFill>
            <a:srgbClr val="FFFFFF"/>
          </a:solidFill>
          <a:ln w="28575" cap="flat" cmpd="sng" algn="ctr">
            <a:solidFill>
              <a:srgbClr val="FFFFFF">
                <a:lumMod val="75000"/>
              </a:srgbClr>
            </a:solidFill>
            <a:prstDash val="solid"/>
          </a:ln>
          <a:effectLst/>
        </p:spPr>
        <p:txBody>
          <a:bodyPr lIns="0" tIns="0" rIns="0" bIns="0" rtlCol="0" anchor="ctr"/>
          <a:lstStyle/>
          <a:p>
            <a:pPr algn="ctr" defTabSz="685654">
              <a:defRPr/>
            </a:pPr>
            <a:r>
              <a:rPr lang="en-US" sz="800" b="1" kern="0" dirty="0" smtClean="0">
                <a:gradFill>
                  <a:gsLst>
                    <a:gs pos="1250">
                      <a:srgbClr val="E87722"/>
                    </a:gs>
                    <a:gs pos="99000">
                      <a:srgbClr val="E87722"/>
                    </a:gs>
                  </a:gsLst>
                  <a:lin ang="5400000" scaled="0"/>
                </a:gradFill>
                <a:latin typeface="Arial"/>
              </a:rPr>
              <a:t>Data Preparation</a:t>
            </a:r>
            <a:endParaRPr lang="en-US" sz="800" b="1" kern="0" dirty="0">
              <a:gradFill>
                <a:gsLst>
                  <a:gs pos="1250">
                    <a:srgbClr val="E87722"/>
                  </a:gs>
                  <a:gs pos="99000">
                    <a:srgbClr val="E87722"/>
                  </a:gs>
                </a:gsLst>
                <a:lin ang="5400000" scaled="0"/>
              </a:gradFill>
              <a:latin typeface="Arial"/>
            </a:endParaRPr>
          </a:p>
        </p:txBody>
      </p:sp>
      <p:sp>
        <p:nvSpPr>
          <p:cNvPr id="26" name="Oval 25"/>
          <p:cNvSpPr/>
          <p:nvPr/>
        </p:nvSpPr>
        <p:spPr>
          <a:xfrm>
            <a:off x="1347832" y="3181350"/>
            <a:ext cx="1219201" cy="1117831"/>
          </a:xfrm>
          <a:prstGeom prst="ellipse">
            <a:avLst/>
          </a:prstGeom>
          <a:solidFill>
            <a:srgbClr val="FFFFFF"/>
          </a:solidFill>
          <a:ln w="28575" cap="flat" cmpd="sng" algn="ctr">
            <a:solidFill>
              <a:srgbClr val="FFFFFF">
                <a:lumMod val="75000"/>
              </a:srgbClr>
            </a:solidFill>
            <a:prstDash val="solid"/>
          </a:ln>
          <a:effectLst/>
        </p:spPr>
        <p:txBody>
          <a:bodyPr lIns="0" tIns="0" rIns="0" bIns="0" rtlCol="0" anchor="ctr"/>
          <a:lstStyle/>
          <a:p>
            <a:pPr algn="ctr" defTabSz="685654">
              <a:defRPr/>
            </a:pPr>
            <a:r>
              <a:rPr lang="en-US" sz="800" b="1" kern="0" dirty="0" smtClean="0">
                <a:gradFill>
                  <a:gsLst>
                    <a:gs pos="1250">
                      <a:srgbClr val="E87722"/>
                    </a:gs>
                    <a:gs pos="99000">
                      <a:srgbClr val="E87722"/>
                    </a:gs>
                  </a:gsLst>
                  <a:lin ang="5400000" scaled="0"/>
                </a:gradFill>
                <a:latin typeface="Arial"/>
              </a:rPr>
              <a:t>Deployment</a:t>
            </a:r>
            <a:endParaRPr lang="en-US" sz="800" b="1" kern="0" dirty="0">
              <a:gradFill>
                <a:gsLst>
                  <a:gs pos="1250">
                    <a:srgbClr val="E87722"/>
                  </a:gs>
                  <a:gs pos="99000">
                    <a:srgbClr val="E87722"/>
                  </a:gs>
                </a:gsLst>
                <a:lin ang="5400000" scaled="0"/>
              </a:gradFill>
              <a:latin typeface="Arial"/>
            </a:endParaRPr>
          </a:p>
        </p:txBody>
      </p:sp>
      <p:sp>
        <p:nvSpPr>
          <p:cNvPr id="29" name="Oval 28"/>
          <p:cNvSpPr/>
          <p:nvPr/>
        </p:nvSpPr>
        <p:spPr>
          <a:xfrm>
            <a:off x="3657600" y="3181347"/>
            <a:ext cx="1219201" cy="1117831"/>
          </a:xfrm>
          <a:prstGeom prst="ellipse">
            <a:avLst/>
          </a:prstGeom>
          <a:solidFill>
            <a:srgbClr val="FFFFFF"/>
          </a:solidFill>
          <a:ln w="28575" cap="flat" cmpd="sng" algn="ctr">
            <a:solidFill>
              <a:srgbClr val="FFFFFF">
                <a:lumMod val="75000"/>
              </a:srgbClr>
            </a:solidFill>
            <a:prstDash val="solid"/>
          </a:ln>
          <a:effectLst/>
        </p:spPr>
        <p:txBody>
          <a:bodyPr lIns="0" tIns="0" rIns="0" bIns="0" rtlCol="0" anchor="ctr"/>
          <a:lstStyle/>
          <a:p>
            <a:pPr algn="ctr" defTabSz="685654">
              <a:defRPr/>
            </a:pPr>
            <a:r>
              <a:rPr lang="en-US" sz="800" b="1" kern="0" dirty="0" smtClean="0">
                <a:gradFill>
                  <a:gsLst>
                    <a:gs pos="1250">
                      <a:srgbClr val="E87722"/>
                    </a:gs>
                    <a:gs pos="99000">
                      <a:srgbClr val="E87722"/>
                    </a:gs>
                  </a:gsLst>
                  <a:lin ang="5400000" scaled="0"/>
                </a:gradFill>
                <a:latin typeface="Arial"/>
              </a:rPr>
              <a:t>Evaluation</a:t>
            </a:r>
            <a:endParaRPr lang="en-US" sz="800" b="1" kern="0" dirty="0">
              <a:gradFill>
                <a:gsLst>
                  <a:gs pos="1250">
                    <a:srgbClr val="E87722"/>
                  </a:gs>
                  <a:gs pos="99000">
                    <a:srgbClr val="E87722"/>
                  </a:gs>
                </a:gsLst>
                <a:lin ang="5400000" scaled="0"/>
              </a:gradFill>
              <a:latin typeface="Arial"/>
            </a:endParaRPr>
          </a:p>
        </p:txBody>
      </p:sp>
      <p:sp>
        <p:nvSpPr>
          <p:cNvPr id="31" name="Oval 30"/>
          <p:cNvSpPr/>
          <p:nvPr/>
        </p:nvSpPr>
        <p:spPr>
          <a:xfrm>
            <a:off x="5943598" y="3181350"/>
            <a:ext cx="1219201" cy="1117831"/>
          </a:xfrm>
          <a:prstGeom prst="ellipse">
            <a:avLst/>
          </a:prstGeom>
          <a:solidFill>
            <a:srgbClr val="FFFFFF"/>
          </a:solidFill>
          <a:ln w="28575" cap="flat" cmpd="sng" algn="ctr">
            <a:solidFill>
              <a:srgbClr val="FFFFFF">
                <a:lumMod val="75000"/>
              </a:srgbClr>
            </a:solidFill>
            <a:prstDash val="solid"/>
          </a:ln>
          <a:effectLst/>
        </p:spPr>
        <p:txBody>
          <a:bodyPr lIns="0" tIns="0" rIns="0" bIns="0" rtlCol="0" anchor="ctr"/>
          <a:lstStyle/>
          <a:p>
            <a:pPr algn="ctr" defTabSz="685654">
              <a:defRPr/>
            </a:pPr>
            <a:r>
              <a:rPr lang="en-US" sz="800" b="1" kern="0" dirty="0" smtClean="0">
                <a:gradFill>
                  <a:gsLst>
                    <a:gs pos="1250">
                      <a:srgbClr val="E87722"/>
                    </a:gs>
                    <a:gs pos="99000">
                      <a:srgbClr val="E87722"/>
                    </a:gs>
                  </a:gsLst>
                  <a:lin ang="5400000" scaled="0"/>
                </a:gradFill>
                <a:latin typeface="Arial"/>
              </a:rPr>
              <a:t>Modeling</a:t>
            </a:r>
            <a:endParaRPr lang="en-US" sz="800" b="1" kern="0" dirty="0">
              <a:gradFill>
                <a:gsLst>
                  <a:gs pos="1250">
                    <a:srgbClr val="E87722"/>
                  </a:gs>
                  <a:gs pos="99000">
                    <a:srgbClr val="E87722"/>
                  </a:gs>
                </a:gsLst>
                <a:lin ang="5400000" scaled="0"/>
              </a:gradFill>
              <a:latin typeface="Arial"/>
            </a:endParaRPr>
          </a:p>
        </p:txBody>
      </p:sp>
      <p:cxnSp>
        <p:nvCxnSpPr>
          <p:cNvPr id="33" name="Straight Arrow Connector 32"/>
          <p:cNvCxnSpPr/>
          <p:nvPr/>
        </p:nvCxnSpPr>
        <p:spPr bwMode="black">
          <a:xfrm>
            <a:off x="2667000" y="1530465"/>
            <a:ext cx="914400" cy="0"/>
          </a:xfrm>
          <a:prstGeom prst="straightConnector1">
            <a:avLst/>
          </a:prstGeom>
          <a:solidFill>
            <a:schemeClr val="bg1"/>
          </a:solidFill>
          <a:ln w="28575">
            <a:solidFill>
              <a:schemeClr val="accent4"/>
            </a:solidFill>
            <a:headEnd type="arrow"/>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35" name="Straight Arrow Connector 34"/>
          <p:cNvCxnSpPr/>
          <p:nvPr/>
        </p:nvCxnSpPr>
        <p:spPr bwMode="black">
          <a:xfrm>
            <a:off x="4953000" y="1493536"/>
            <a:ext cx="914400" cy="0"/>
          </a:xfrm>
          <a:prstGeom prst="straightConnector1">
            <a:avLst/>
          </a:prstGeom>
          <a:solidFill>
            <a:schemeClr val="bg1"/>
          </a:solidFill>
          <a:ln w="28575">
            <a:solidFill>
              <a:schemeClr val="accent4"/>
            </a:solidFill>
            <a:headEnd type="none"/>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39" name="Straight Arrow Connector 38"/>
          <p:cNvCxnSpPr/>
          <p:nvPr/>
        </p:nvCxnSpPr>
        <p:spPr bwMode="black">
          <a:xfrm flipV="1">
            <a:off x="6553198" y="2114550"/>
            <a:ext cx="0" cy="990600"/>
          </a:xfrm>
          <a:prstGeom prst="straightConnector1">
            <a:avLst/>
          </a:prstGeom>
          <a:solidFill>
            <a:schemeClr val="bg1"/>
          </a:solidFill>
          <a:ln w="28575">
            <a:solidFill>
              <a:schemeClr val="accent4"/>
            </a:solidFill>
            <a:headEnd type="arrow"/>
            <a:tailEnd type="arrow"/>
          </a:ln>
        </p:spPr>
        <p:style>
          <a:lnRef idx="2">
            <a:schemeClr val="accent1">
              <a:shade val="50000"/>
            </a:schemeClr>
          </a:lnRef>
          <a:fillRef idx="1">
            <a:schemeClr val="accent1"/>
          </a:fillRef>
          <a:effectRef idx="0">
            <a:schemeClr val="accent1"/>
          </a:effectRef>
          <a:fontRef idx="minor">
            <a:schemeClr val="lt1"/>
          </a:fontRef>
        </p:style>
      </p:cxnSp>
      <p:cxnSp>
        <p:nvCxnSpPr>
          <p:cNvPr id="43" name="Straight Arrow Connector 42"/>
          <p:cNvCxnSpPr/>
          <p:nvPr/>
        </p:nvCxnSpPr>
        <p:spPr bwMode="black">
          <a:xfrm>
            <a:off x="4953000" y="3740262"/>
            <a:ext cx="914400" cy="0"/>
          </a:xfrm>
          <a:prstGeom prst="straightConnector1">
            <a:avLst/>
          </a:prstGeom>
          <a:solidFill>
            <a:schemeClr val="bg1"/>
          </a:solidFill>
          <a:ln w="28575">
            <a:solidFill>
              <a:schemeClr val="accent4"/>
            </a:solidFill>
            <a:headEnd type="arrow"/>
            <a:tailEnd type="none"/>
          </a:ln>
        </p:spPr>
        <p:style>
          <a:lnRef idx="2">
            <a:schemeClr val="accent1">
              <a:shade val="50000"/>
            </a:schemeClr>
          </a:lnRef>
          <a:fillRef idx="1">
            <a:schemeClr val="accent1"/>
          </a:fillRef>
          <a:effectRef idx="0">
            <a:schemeClr val="accent1"/>
          </a:effectRef>
          <a:fontRef idx="minor">
            <a:schemeClr val="lt1"/>
          </a:fontRef>
        </p:style>
      </p:cxnSp>
      <p:cxnSp>
        <p:nvCxnSpPr>
          <p:cNvPr id="44" name="Straight Arrow Connector 43"/>
          <p:cNvCxnSpPr/>
          <p:nvPr/>
        </p:nvCxnSpPr>
        <p:spPr bwMode="black">
          <a:xfrm>
            <a:off x="2667000" y="3740262"/>
            <a:ext cx="914400" cy="0"/>
          </a:xfrm>
          <a:prstGeom prst="straightConnector1">
            <a:avLst/>
          </a:prstGeom>
          <a:solidFill>
            <a:schemeClr val="bg1"/>
          </a:solidFill>
          <a:ln w="28575">
            <a:solidFill>
              <a:schemeClr val="accent4"/>
            </a:solidFill>
            <a:headEnd type="arrow"/>
            <a:tailEnd type="none"/>
          </a:ln>
        </p:spPr>
        <p:style>
          <a:lnRef idx="2">
            <a:schemeClr val="accent1">
              <a:shade val="50000"/>
            </a:schemeClr>
          </a:lnRef>
          <a:fillRef idx="1">
            <a:schemeClr val="accent1"/>
          </a:fillRef>
          <a:effectRef idx="0">
            <a:schemeClr val="accent1"/>
          </a:effectRef>
          <a:fontRef idx="minor">
            <a:schemeClr val="lt1"/>
          </a:fontRef>
        </p:style>
      </p:cxnSp>
      <p:cxnSp>
        <p:nvCxnSpPr>
          <p:cNvPr id="45" name="Straight Arrow Connector 44"/>
          <p:cNvCxnSpPr/>
          <p:nvPr/>
        </p:nvCxnSpPr>
        <p:spPr bwMode="black">
          <a:xfrm>
            <a:off x="2438400" y="2055086"/>
            <a:ext cx="1295400" cy="1059938"/>
          </a:xfrm>
          <a:prstGeom prst="straightConnector1">
            <a:avLst/>
          </a:prstGeom>
          <a:solidFill>
            <a:schemeClr val="bg1"/>
          </a:solidFill>
          <a:ln w="28575">
            <a:solidFill>
              <a:schemeClr val="accent4"/>
            </a:solidFill>
            <a:headEnd type="arrow"/>
            <a:tailEnd type="none"/>
          </a:ln>
        </p:spPr>
        <p:style>
          <a:lnRef idx="2">
            <a:schemeClr val="accent1">
              <a:shade val="50000"/>
            </a:schemeClr>
          </a:lnRef>
          <a:fillRef idx="1">
            <a:schemeClr val="accent1"/>
          </a:fillRef>
          <a:effectRef idx="0">
            <a:schemeClr val="accent1"/>
          </a:effectRef>
          <a:fontRef idx="minor">
            <a:schemeClr val="lt1"/>
          </a:fontRef>
        </p:style>
      </p:cxnSp>
      <p:sp>
        <p:nvSpPr>
          <p:cNvPr id="55" name="Freeform 73"/>
          <p:cNvSpPr>
            <a:spLocks/>
          </p:cNvSpPr>
          <p:nvPr/>
        </p:nvSpPr>
        <p:spPr bwMode="auto">
          <a:xfrm>
            <a:off x="4158108" y="1700411"/>
            <a:ext cx="218184" cy="295476"/>
          </a:xfrm>
          <a:custGeom>
            <a:avLst/>
            <a:gdLst>
              <a:gd name="T0" fmla="*/ 446 w 446"/>
              <a:gd name="T1" fmla="*/ 604 h 604"/>
              <a:gd name="T2" fmla="*/ 0 w 446"/>
              <a:gd name="T3" fmla="*/ 604 h 604"/>
              <a:gd name="T4" fmla="*/ 0 w 446"/>
              <a:gd name="T5" fmla="*/ 0 h 604"/>
              <a:gd name="T6" fmla="*/ 446 w 446"/>
              <a:gd name="T7" fmla="*/ 0 h 604"/>
              <a:gd name="T8" fmla="*/ 446 w 446"/>
              <a:gd name="T9" fmla="*/ 283 h 604"/>
              <a:gd name="T10" fmla="*/ 427 w 446"/>
              <a:gd name="T11" fmla="*/ 283 h 604"/>
              <a:gd name="T12" fmla="*/ 427 w 446"/>
              <a:gd name="T13" fmla="*/ 19 h 604"/>
              <a:gd name="T14" fmla="*/ 19 w 446"/>
              <a:gd name="T15" fmla="*/ 19 h 604"/>
              <a:gd name="T16" fmla="*/ 19 w 446"/>
              <a:gd name="T17" fmla="*/ 586 h 604"/>
              <a:gd name="T18" fmla="*/ 427 w 446"/>
              <a:gd name="T19" fmla="*/ 586 h 604"/>
              <a:gd name="T20" fmla="*/ 427 w 446"/>
              <a:gd name="T21" fmla="*/ 486 h 604"/>
              <a:gd name="T22" fmla="*/ 446 w 446"/>
              <a:gd name="T23" fmla="*/ 486 h 604"/>
              <a:gd name="T24" fmla="*/ 446 w 446"/>
              <a:gd name="T25" fmla="*/ 604 h 6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6" h="604">
                <a:moveTo>
                  <a:pt x="446" y="604"/>
                </a:moveTo>
                <a:lnTo>
                  <a:pt x="0" y="604"/>
                </a:lnTo>
                <a:lnTo>
                  <a:pt x="0" y="0"/>
                </a:lnTo>
                <a:lnTo>
                  <a:pt x="446" y="0"/>
                </a:lnTo>
                <a:lnTo>
                  <a:pt x="446" y="283"/>
                </a:lnTo>
                <a:lnTo>
                  <a:pt x="427" y="283"/>
                </a:lnTo>
                <a:lnTo>
                  <a:pt x="427" y="19"/>
                </a:lnTo>
                <a:lnTo>
                  <a:pt x="19" y="19"/>
                </a:lnTo>
                <a:lnTo>
                  <a:pt x="19" y="586"/>
                </a:lnTo>
                <a:lnTo>
                  <a:pt x="427" y="586"/>
                </a:lnTo>
                <a:lnTo>
                  <a:pt x="427" y="486"/>
                </a:lnTo>
                <a:lnTo>
                  <a:pt x="446" y="486"/>
                </a:lnTo>
                <a:lnTo>
                  <a:pt x="446" y="604"/>
                </a:lnTo>
                <a:close/>
              </a:path>
            </a:pathLst>
          </a:custGeom>
          <a:solidFill>
            <a:srgbClr val="888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74"/>
          <p:cNvSpPr>
            <a:spLocks noChangeArrowheads="1"/>
          </p:cNvSpPr>
          <p:nvPr/>
        </p:nvSpPr>
        <p:spPr bwMode="auto">
          <a:xfrm>
            <a:off x="4195287" y="1766453"/>
            <a:ext cx="72402" cy="8806"/>
          </a:xfrm>
          <a:prstGeom prst="rect">
            <a:avLst/>
          </a:prstGeom>
          <a:solidFill>
            <a:srgbClr val="888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Rectangle 75"/>
          <p:cNvSpPr>
            <a:spLocks noChangeArrowheads="1"/>
          </p:cNvSpPr>
          <p:nvPr/>
        </p:nvSpPr>
        <p:spPr bwMode="auto">
          <a:xfrm>
            <a:off x="4192841" y="1883861"/>
            <a:ext cx="77294" cy="9295"/>
          </a:xfrm>
          <a:prstGeom prst="rect">
            <a:avLst/>
          </a:prstGeom>
          <a:solidFill>
            <a:srgbClr val="888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76"/>
          <p:cNvSpPr>
            <a:spLocks noChangeArrowheads="1"/>
          </p:cNvSpPr>
          <p:nvPr/>
        </p:nvSpPr>
        <p:spPr bwMode="auto">
          <a:xfrm>
            <a:off x="4192841" y="1918594"/>
            <a:ext cx="77294" cy="9295"/>
          </a:xfrm>
          <a:prstGeom prst="rect">
            <a:avLst/>
          </a:prstGeom>
          <a:solidFill>
            <a:srgbClr val="888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Rectangle 77"/>
          <p:cNvSpPr>
            <a:spLocks noChangeArrowheads="1"/>
          </p:cNvSpPr>
          <p:nvPr/>
        </p:nvSpPr>
        <p:spPr bwMode="auto">
          <a:xfrm>
            <a:off x="4192841" y="1854019"/>
            <a:ext cx="77294" cy="9295"/>
          </a:xfrm>
          <a:prstGeom prst="rect">
            <a:avLst/>
          </a:prstGeom>
          <a:solidFill>
            <a:srgbClr val="888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Freeform 78"/>
          <p:cNvSpPr>
            <a:spLocks/>
          </p:cNvSpPr>
          <p:nvPr/>
        </p:nvSpPr>
        <p:spPr bwMode="auto">
          <a:xfrm>
            <a:off x="4291171" y="1809013"/>
            <a:ext cx="162415" cy="114472"/>
          </a:xfrm>
          <a:custGeom>
            <a:avLst/>
            <a:gdLst>
              <a:gd name="T0" fmla="*/ 110 w 332"/>
              <a:gd name="T1" fmla="*/ 234 h 234"/>
              <a:gd name="T2" fmla="*/ 0 w 332"/>
              <a:gd name="T3" fmla="*/ 123 h 234"/>
              <a:gd name="T4" fmla="*/ 14 w 332"/>
              <a:gd name="T5" fmla="*/ 109 h 234"/>
              <a:gd name="T6" fmla="*/ 110 w 332"/>
              <a:gd name="T7" fmla="*/ 208 h 234"/>
              <a:gd name="T8" fmla="*/ 318 w 332"/>
              <a:gd name="T9" fmla="*/ 0 h 234"/>
              <a:gd name="T10" fmla="*/ 332 w 332"/>
              <a:gd name="T11" fmla="*/ 12 h 234"/>
              <a:gd name="T12" fmla="*/ 110 w 332"/>
              <a:gd name="T13" fmla="*/ 234 h 234"/>
            </a:gdLst>
            <a:ahLst/>
            <a:cxnLst>
              <a:cxn ang="0">
                <a:pos x="T0" y="T1"/>
              </a:cxn>
              <a:cxn ang="0">
                <a:pos x="T2" y="T3"/>
              </a:cxn>
              <a:cxn ang="0">
                <a:pos x="T4" y="T5"/>
              </a:cxn>
              <a:cxn ang="0">
                <a:pos x="T6" y="T7"/>
              </a:cxn>
              <a:cxn ang="0">
                <a:pos x="T8" y="T9"/>
              </a:cxn>
              <a:cxn ang="0">
                <a:pos x="T10" y="T11"/>
              </a:cxn>
              <a:cxn ang="0">
                <a:pos x="T12" y="T13"/>
              </a:cxn>
            </a:cxnLst>
            <a:rect l="0" t="0" r="r" b="b"/>
            <a:pathLst>
              <a:path w="332" h="234">
                <a:moveTo>
                  <a:pt x="110" y="234"/>
                </a:moveTo>
                <a:lnTo>
                  <a:pt x="0" y="123"/>
                </a:lnTo>
                <a:lnTo>
                  <a:pt x="14" y="109"/>
                </a:lnTo>
                <a:lnTo>
                  <a:pt x="110" y="208"/>
                </a:lnTo>
                <a:lnTo>
                  <a:pt x="318" y="0"/>
                </a:lnTo>
                <a:lnTo>
                  <a:pt x="332" y="12"/>
                </a:lnTo>
                <a:lnTo>
                  <a:pt x="110" y="234"/>
                </a:lnTo>
                <a:close/>
              </a:path>
            </a:pathLst>
          </a:custGeom>
          <a:solidFill>
            <a:srgbClr val="E777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61" name="Group 60"/>
          <p:cNvGrpSpPr/>
          <p:nvPr/>
        </p:nvGrpSpPr>
        <p:grpSpPr>
          <a:xfrm>
            <a:off x="6397759" y="1047750"/>
            <a:ext cx="310877" cy="300867"/>
            <a:chOff x="2720975" y="3860800"/>
            <a:chExt cx="442913" cy="428626"/>
          </a:xfrm>
        </p:grpSpPr>
        <p:sp>
          <p:nvSpPr>
            <p:cNvPr id="62" name="Freeform 57"/>
            <p:cNvSpPr>
              <a:spLocks noEditPoints="1"/>
            </p:cNvSpPr>
            <p:nvPr/>
          </p:nvSpPr>
          <p:spPr bwMode="auto">
            <a:xfrm>
              <a:off x="2727325" y="3860800"/>
              <a:ext cx="434974" cy="428626"/>
            </a:xfrm>
            <a:custGeom>
              <a:avLst/>
              <a:gdLst>
                <a:gd name="T0" fmla="*/ 120 w 259"/>
                <a:gd name="T1" fmla="*/ 103 h 256"/>
                <a:gd name="T2" fmla="*/ 62 w 259"/>
                <a:gd name="T3" fmla="*/ 57 h 256"/>
                <a:gd name="T4" fmla="*/ 60 w 259"/>
                <a:gd name="T5" fmla="*/ 53 h 256"/>
                <a:gd name="T6" fmla="*/ 32 w 259"/>
                <a:gd name="T7" fmla="*/ 11 h 256"/>
                <a:gd name="T8" fmla="*/ 36 w 259"/>
                <a:gd name="T9" fmla="*/ 57 h 256"/>
                <a:gd name="T10" fmla="*/ 55 w 259"/>
                <a:gd name="T11" fmla="*/ 61 h 256"/>
                <a:gd name="T12" fmla="*/ 108 w 259"/>
                <a:gd name="T13" fmla="*/ 114 h 256"/>
                <a:gd name="T14" fmla="*/ 51 w 259"/>
                <a:gd name="T15" fmla="*/ 68 h 256"/>
                <a:gd name="T16" fmla="*/ 0 w 259"/>
                <a:gd name="T17" fmla="*/ 32 h 256"/>
                <a:gd name="T18" fmla="*/ 64 w 259"/>
                <a:gd name="T19" fmla="*/ 32 h 256"/>
                <a:gd name="T20" fmla="*/ 170 w 259"/>
                <a:gd name="T21" fmla="*/ 153 h 256"/>
                <a:gd name="T22" fmla="*/ 148 w 259"/>
                <a:gd name="T23" fmla="*/ 142 h 256"/>
                <a:gd name="T24" fmla="*/ 170 w 259"/>
                <a:gd name="T25" fmla="*/ 153 h 256"/>
                <a:gd name="T26" fmla="*/ 142 w 259"/>
                <a:gd name="T27" fmla="*/ 148 h 256"/>
                <a:gd name="T28" fmla="*/ 153 w 259"/>
                <a:gd name="T29" fmla="*/ 170 h 256"/>
                <a:gd name="T30" fmla="*/ 247 w 259"/>
                <a:gd name="T31" fmla="*/ 247 h 256"/>
                <a:gd name="T32" fmla="*/ 224 w 259"/>
                <a:gd name="T33" fmla="*/ 256 h 256"/>
                <a:gd name="T34" fmla="*/ 206 w 259"/>
                <a:gd name="T35" fmla="*/ 251 h 256"/>
                <a:gd name="T36" fmla="*/ 162 w 259"/>
                <a:gd name="T37" fmla="*/ 207 h 256"/>
                <a:gd name="T38" fmla="*/ 165 w 259"/>
                <a:gd name="T39" fmla="*/ 199 h 256"/>
                <a:gd name="T40" fmla="*/ 162 w 259"/>
                <a:gd name="T41" fmla="*/ 197 h 256"/>
                <a:gd name="T42" fmla="*/ 159 w 259"/>
                <a:gd name="T43" fmla="*/ 199 h 256"/>
                <a:gd name="T44" fmla="*/ 139 w 259"/>
                <a:gd name="T45" fmla="*/ 184 h 256"/>
                <a:gd name="T46" fmla="*/ 201 w 259"/>
                <a:gd name="T47" fmla="*/ 156 h 256"/>
                <a:gd name="T48" fmla="*/ 199 w 259"/>
                <a:gd name="T49" fmla="*/ 165 h 256"/>
                <a:gd name="T50" fmla="*/ 204 w 259"/>
                <a:gd name="T51" fmla="*/ 165 h 256"/>
                <a:gd name="T52" fmla="*/ 247 w 259"/>
                <a:gd name="T53" fmla="*/ 201 h 256"/>
                <a:gd name="T54" fmla="*/ 241 w 259"/>
                <a:gd name="T55" fmla="*/ 207 h 256"/>
                <a:gd name="T56" fmla="*/ 201 w 259"/>
                <a:gd name="T57" fmla="*/ 174 h 256"/>
                <a:gd name="T58" fmla="*/ 189 w 259"/>
                <a:gd name="T59" fmla="*/ 162 h 256"/>
                <a:gd name="T60" fmla="*/ 184 w 259"/>
                <a:gd name="T61" fmla="*/ 150 h 256"/>
                <a:gd name="T62" fmla="*/ 159 w 259"/>
                <a:gd name="T63" fmla="*/ 176 h 256"/>
                <a:gd name="T64" fmla="*/ 157 w 259"/>
                <a:gd name="T65" fmla="*/ 191 h 256"/>
                <a:gd name="T66" fmla="*/ 170 w 259"/>
                <a:gd name="T67" fmla="*/ 193 h 256"/>
                <a:gd name="T68" fmla="*/ 207 w 259"/>
                <a:gd name="T69" fmla="*/ 241 h 256"/>
                <a:gd name="T70" fmla="*/ 241 w 259"/>
                <a:gd name="T71" fmla="*/ 241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59" h="256">
                  <a:moveTo>
                    <a:pt x="68" y="51"/>
                  </a:moveTo>
                  <a:cubicBezTo>
                    <a:pt x="120" y="103"/>
                    <a:pt x="120" y="103"/>
                    <a:pt x="120" y="103"/>
                  </a:cubicBezTo>
                  <a:cubicBezTo>
                    <a:pt x="114" y="108"/>
                    <a:pt x="114" y="108"/>
                    <a:pt x="114" y="108"/>
                  </a:cubicBezTo>
                  <a:cubicBezTo>
                    <a:pt x="62" y="57"/>
                    <a:pt x="62" y="57"/>
                    <a:pt x="62" y="57"/>
                  </a:cubicBezTo>
                  <a:cubicBezTo>
                    <a:pt x="61" y="55"/>
                    <a:pt x="61" y="55"/>
                    <a:pt x="61" y="55"/>
                  </a:cubicBezTo>
                  <a:cubicBezTo>
                    <a:pt x="60" y="53"/>
                    <a:pt x="60" y="53"/>
                    <a:pt x="60" y="53"/>
                  </a:cubicBezTo>
                  <a:cubicBezTo>
                    <a:pt x="57" y="36"/>
                    <a:pt x="57" y="36"/>
                    <a:pt x="57" y="36"/>
                  </a:cubicBezTo>
                  <a:cubicBezTo>
                    <a:pt x="32" y="11"/>
                    <a:pt x="32" y="11"/>
                    <a:pt x="32" y="11"/>
                  </a:cubicBezTo>
                  <a:cubicBezTo>
                    <a:pt x="11" y="32"/>
                    <a:pt x="11" y="32"/>
                    <a:pt x="11" y="32"/>
                  </a:cubicBezTo>
                  <a:cubicBezTo>
                    <a:pt x="36" y="57"/>
                    <a:pt x="36" y="57"/>
                    <a:pt x="36" y="57"/>
                  </a:cubicBezTo>
                  <a:cubicBezTo>
                    <a:pt x="53" y="60"/>
                    <a:pt x="53" y="60"/>
                    <a:pt x="53" y="60"/>
                  </a:cubicBezTo>
                  <a:cubicBezTo>
                    <a:pt x="55" y="61"/>
                    <a:pt x="55" y="61"/>
                    <a:pt x="55" y="61"/>
                  </a:cubicBezTo>
                  <a:cubicBezTo>
                    <a:pt x="57" y="62"/>
                    <a:pt x="57" y="62"/>
                    <a:pt x="57" y="62"/>
                  </a:cubicBezTo>
                  <a:cubicBezTo>
                    <a:pt x="108" y="114"/>
                    <a:pt x="108" y="114"/>
                    <a:pt x="108" y="114"/>
                  </a:cubicBezTo>
                  <a:cubicBezTo>
                    <a:pt x="103" y="120"/>
                    <a:pt x="103" y="120"/>
                    <a:pt x="103" y="120"/>
                  </a:cubicBezTo>
                  <a:cubicBezTo>
                    <a:pt x="51" y="68"/>
                    <a:pt x="51" y="68"/>
                    <a:pt x="51" y="68"/>
                  </a:cubicBezTo>
                  <a:cubicBezTo>
                    <a:pt x="32" y="64"/>
                    <a:pt x="32" y="64"/>
                    <a:pt x="32" y="64"/>
                  </a:cubicBezTo>
                  <a:cubicBezTo>
                    <a:pt x="0" y="32"/>
                    <a:pt x="0" y="32"/>
                    <a:pt x="0" y="32"/>
                  </a:cubicBezTo>
                  <a:cubicBezTo>
                    <a:pt x="32" y="0"/>
                    <a:pt x="32" y="0"/>
                    <a:pt x="32" y="0"/>
                  </a:cubicBezTo>
                  <a:cubicBezTo>
                    <a:pt x="64" y="32"/>
                    <a:pt x="64" y="32"/>
                    <a:pt x="64" y="32"/>
                  </a:cubicBezTo>
                  <a:lnTo>
                    <a:pt x="68" y="51"/>
                  </a:lnTo>
                  <a:close/>
                  <a:moveTo>
                    <a:pt x="170" y="153"/>
                  </a:moveTo>
                  <a:cubicBezTo>
                    <a:pt x="153" y="136"/>
                    <a:pt x="153" y="136"/>
                    <a:pt x="153" y="136"/>
                  </a:cubicBezTo>
                  <a:cubicBezTo>
                    <a:pt x="148" y="142"/>
                    <a:pt x="148" y="142"/>
                    <a:pt x="148" y="142"/>
                  </a:cubicBezTo>
                  <a:cubicBezTo>
                    <a:pt x="165" y="159"/>
                    <a:pt x="165" y="159"/>
                    <a:pt x="165" y="159"/>
                  </a:cubicBezTo>
                  <a:lnTo>
                    <a:pt x="170" y="153"/>
                  </a:lnTo>
                  <a:close/>
                  <a:moveTo>
                    <a:pt x="159" y="165"/>
                  </a:moveTo>
                  <a:cubicBezTo>
                    <a:pt x="142" y="148"/>
                    <a:pt x="142" y="148"/>
                    <a:pt x="142" y="148"/>
                  </a:cubicBezTo>
                  <a:cubicBezTo>
                    <a:pt x="136" y="153"/>
                    <a:pt x="136" y="153"/>
                    <a:pt x="136" y="153"/>
                  </a:cubicBezTo>
                  <a:cubicBezTo>
                    <a:pt x="153" y="170"/>
                    <a:pt x="153" y="170"/>
                    <a:pt x="153" y="170"/>
                  </a:cubicBezTo>
                  <a:lnTo>
                    <a:pt x="159" y="165"/>
                  </a:lnTo>
                  <a:close/>
                  <a:moveTo>
                    <a:pt x="247" y="247"/>
                  </a:moveTo>
                  <a:cubicBezTo>
                    <a:pt x="244" y="250"/>
                    <a:pt x="240" y="252"/>
                    <a:pt x="236" y="254"/>
                  </a:cubicBezTo>
                  <a:cubicBezTo>
                    <a:pt x="232" y="255"/>
                    <a:pt x="228" y="256"/>
                    <a:pt x="224" y="256"/>
                  </a:cubicBezTo>
                  <a:cubicBezTo>
                    <a:pt x="222" y="256"/>
                    <a:pt x="220" y="256"/>
                    <a:pt x="218" y="255"/>
                  </a:cubicBezTo>
                  <a:cubicBezTo>
                    <a:pt x="214" y="255"/>
                    <a:pt x="210" y="253"/>
                    <a:pt x="206" y="251"/>
                  </a:cubicBezTo>
                  <a:cubicBezTo>
                    <a:pt x="205" y="250"/>
                    <a:pt x="203" y="248"/>
                    <a:pt x="201" y="247"/>
                  </a:cubicBezTo>
                  <a:cubicBezTo>
                    <a:pt x="162" y="207"/>
                    <a:pt x="162" y="207"/>
                    <a:pt x="162" y="207"/>
                  </a:cubicBezTo>
                  <a:cubicBezTo>
                    <a:pt x="165" y="204"/>
                    <a:pt x="165" y="204"/>
                    <a:pt x="165" y="204"/>
                  </a:cubicBezTo>
                  <a:cubicBezTo>
                    <a:pt x="166" y="203"/>
                    <a:pt x="166" y="200"/>
                    <a:pt x="165" y="199"/>
                  </a:cubicBezTo>
                  <a:cubicBezTo>
                    <a:pt x="164" y="198"/>
                    <a:pt x="164" y="198"/>
                    <a:pt x="163" y="198"/>
                  </a:cubicBezTo>
                  <a:cubicBezTo>
                    <a:pt x="163" y="197"/>
                    <a:pt x="162" y="197"/>
                    <a:pt x="162" y="197"/>
                  </a:cubicBezTo>
                  <a:cubicBezTo>
                    <a:pt x="161" y="197"/>
                    <a:pt x="161" y="197"/>
                    <a:pt x="160" y="198"/>
                  </a:cubicBezTo>
                  <a:cubicBezTo>
                    <a:pt x="160" y="198"/>
                    <a:pt x="159" y="198"/>
                    <a:pt x="159" y="199"/>
                  </a:cubicBezTo>
                  <a:cubicBezTo>
                    <a:pt x="156" y="201"/>
                    <a:pt x="156" y="201"/>
                    <a:pt x="156" y="201"/>
                  </a:cubicBezTo>
                  <a:cubicBezTo>
                    <a:pt x="139" y="184"/>
                    <a:pt x="139" y="184"/>
                    <a:pt x="139" y="184"/>
                  </a:cubicBezTo>
                  <a:cubicBezTo>
                    <a:pt x="184" y="139"/>
                    <a:pt x="184" y="139"/>
                    <a:pt x="184" y="139"/>
                  </a:cubicBezTo>
                  <a:cubicBezTo>
                    <a:pt x="201" y="156"/>
                    <a:pt x="201" y="156"/>
                    <a:pt x="201" y="156"/>
                  </a:cubicBezTo>
                  <a:cubicBezTo>
                    <a:pt x="199" y="159"/>
                    <a:pt x="199" y="159"/>
                    <a:pt x="199" y="159"/>
                  </a:cubicBezTo>
                  <a:cubicBezTo>
                    <a:pt x="197" y="161"/>
                    <a:pt x="197" y="163"/>
                    <a:pt x="199" y="165"/>
                  </a:cubicBezTo>
                  <a:cubicBezTo>
                    <a:pt x="199" y="165"/>
                    <a:pt x="200" y="166"/>
                    <a:pt x="201" y="166"/>
                  </a:cubicBezTo>
                  <a:cubicBezTo>
                    <a:pt x="202" y="166"/>
                    <a:pt x="203" y="165"/>
                    <a:pt x="204" y="165"/>
                  </a:cubicBezTo>
                  <a:cubicBezTo>
                    <a:pt x="207" y="162"/>
                    <a:pt x="207" y="162"/>
                    <a:pt x="207" y="162"/>
                  </a:cubicBezTo>
                  <a:cubicBezTo>
                    <a:pt x="247" y="201"/>
                    <a:pt x="247" y="201"/>
                    <a:pt x="247" y="201"/>
                  </a:cubicBezTo>
                  <a:cubicBezTo>
                    <a:pt x="259" y="214"/>
                    <a:pt x="259" y="234"/>
                    <a:pt x="247" y="247"/>
                  </a:cubicBezTo>
                  <a:close/>
                  <a:moveTo>
                    <a:pt x="241" y="207"/>
                  </a:moveTo>
                  <a:cubicBezTo>
                    <a:pt x="207" y="173"/>
                    <a:pt x="207" y="173"/>
                    <a:pt x="207" y="173"/>
                  </a:cubicBezTo>
                  <a:cubicBezTo>
                    <a:pt x="205" y="173"/>
                    <a:pt x="203" y="174"/>
                    <a:pt x="201" y="174"/>
                  </a:cubicBezTo>
                  <a:cubicBezTo>
                    <a:pt x="198" y="174"/>
                    <a:pt x="195" y="173"/>
                    <a:pt x="193" y="170"/>
                  </a:cubicBezTo>
                  <a:cubicBezTo>
                    <a:pt x="191" y="168"/>
                    <a:pt x="189" y="165"/>
                    <a:pt x="189" y="162"/>
                  </a:cubicBezTo>
                  <a:cubicBezTo>
                    <a:pt x="189" y="160"/>
                    <a:pt x="190" y="158"/>
                    <a:pt x="191" y="157"/>
                  </a:cubicBezTo>
                  <a:cubicBezTo>
                    <a:pt x="184" y="150"/>
                    <a:pt x="184" y="150"/>
                    <a:pt x="184" y="150"/>
                  </a:cubicBezTo>
                  <a:cubicBezTo>
                    <a:pt x="176" y="159"/>
                    <a:pt x="176" y="159"/>
                    <a:pt x="176" y="159"/>
                  </a:cubicBezTo>
                  <a:cubicBezTo>
                    <a:pt x="159" y="176"/>
                    <a:pt x="159" y="176"/>
                    <a:pt x="159" y="176"/>
                  </a:cubicBezTo>
                  <a:cubicBezTo>
                    <a:pt x="150" y="184"/>
                    <a:pt x="150" y="184"/>
                    <a:pt x="150" y="184"/>
                  </a:cubicBezTo>
                  <a:cubicBezTo>
                    <a:pt x="157" y="191"/>
                    <a:pt x="157" y="191"/>
                    <a:pt x="157" y="191"/>
                  </a:cubicBezTo>
                  <a:cubicBezTo>
                    <a:pt x="158" y="190"/>
                    <a:pt x="160" y="189"/>
                    <a:pt x="162" y="189"/>
                  </a:cubicBezTo>
                  <a:cubicBezTo>
                    <a:pt x="165" y="189"/>
                    <a:pt x="168" y="191"/>
                    <a:pt x="170" y="193"/>
                  </a:cubicBezTo>
                  <a:cubicBezTo>
                    <a:pt x="174" y="197"/>
                    <a:pt x="175" y="202"/>
                    <a:pt x="173" y="207"/>
                  </a:cubicBezTo>
                  <a:cubicBezTo>
                    <a:pt x="207" y="241"/>
                    <a:pt x="207" y="241"/>
                    <a:pt x="207" y="241"/>
                  </a:cubicBezTo>
                  <a:cubicBezTo>
                    <a:pt x="212" y="246"/>
                    <a:pt x="218" y="248"/>
                    <a:pt x="224" y="248"/>
                  </a:cubicBezTo>
                  <a:cubicBezTo>
                    <a:pt x="230" y="248"/>
                    <a:pt x="236" y="246"/>
                    <a:pt x="241" y="241"/>
                  </a:cubicBezTo>
                  <a:cubicBezTo>
                    <a:pt x="250" y="232"/>
                    <a:pt x="250" y="216"/>
                    <a:pt x="241" y="207"/>
                  </a:cubicBezTo>
                  <a:close/>
                </a:path>
              </a:pathLst>
            </a:custGeom>
            <a:solidFill>
              <a:srgbClr val="8A8A8D"/>
            </a:solidFill>
            <a:ln>
              <a:noFill/>
            </a:ln>
          </p:spPr>
          <p:txBody>
            <a:bodyPr vert="horz" wrap="square" lIns="91440" tIns="45720" rIns="91440" bIns="45720" numCol="1" anchor="t" anchorCtr="0" compatLnSpc="1">
              <a:prstTxWarp prst="textNoShape">
                <a:avLst/>
              </a:prstTxWarp>
            </a:bodyPr>
            <a:lstStyle/>
            <a:p>
              <a:endParaRPr lang="en-US"/>
            </a:p>
          </p:txBody>
        </p:sp>
        <p:sp>
          <p:nvSpPr>
            <p:cNvPr id="63" name="Freeform 58"/>
            <p:cNvSpPr>
              <a:spLocks noEditPoints="1"/>
            </p:cNvSpPr>
            <p:nvPr/>
          </p:nvSpPr>
          <p:spPr bwMode="auto">
            <a:xfrm>
              <a:off x="2720975" y="3860800"/>
              <a:ext cx="442913" cy="428626"/>
            </a:xfrm>
            <a:custGeom>
              <a:avLst/>
              <a:gdLst>
                <a:gd name="T0" fmla="*/ 200 w 264"/>
                <a:gd name="T1" fmla="*/ 94 h 256"/>
                <a:gd name="T2" fmla="*/ 208 w 264"/>
                <a:gd name="T3" fmla="*/ 96 h 256"/>
                <a:gd name="T4" fmla="*/ 212 w 264"/>
                <a:gd name="T5" fmla="*/ 96 h 256"/>
                <a:gd name="T6" fmla="*/ 220 w 264"/>
                <a:gd name="T7" fmla="*/ 95 h 256"/>
                <a:gd name="T8" fmla="*/ 230 w 264"/>
                <a:gd name="T9" fmla="*/ 92 h 256"/>
                <a:gd name="T10" fmla="*/ 237 w 264"/>
                <a:gd name="T11" fmla="*/ 89 h 256"/>
                <a:gd name="T12" fmla="*/ 246 w 264"/>
                <a:gd name="T13" fmla="*/ 82 h 256"/>
                <a:gd name="T14" fmla="*/ 226 w 264"/>
                <a:gd name="T15" fmla="*/ 48 h 256"/>
                <a:gd name="T16" fmla="*/ 219 w 264"/>
                <a:gd name="T17" fmla="*/ 51 h 256"/>
                <a:gd name="T18" fmla="*/ 215 w 264"/>
                <a:gd name="T19" fmla="*/ 50 h 256"/>
                <a:gd name="T20" fmla="*/ 212 w 264"/>
                <a:gd name="T21" fmla="*/ 34 h 256"/>
                <a:gd name="T22" fmla="*/ 232 w 264"/>
                <a:gd name="T23" fmla="*/ 4 h 256"/>
                <a:gd name="T24" fmla="*/ 224 w 264"/>
                <a:gd name="T25" fmla="*/ 2 h 256"/>
                <a:gd name="T26" fmla="*/ 217 w 264"/>
                <a:gd name="T27" fmla="*/ 0 h 256"/>
                <a:gd name="T28" fmla="*/ 212 w 264"/>
                <a:gd name="T29" fmla="*/ 0 h 256"/>
                <a:gd name="T30" fmla="*/ 205 w 264"/>
                <a:gd name="T31" fmla="*/ 1 h 256"/>
                <a:gd name="T32" fmla="*/ 196 w 264"/>
                <a:gd name="T33" fmla="*/ 3 h 256"/>
                <a:gd name="T34" fmla="*/ 188 w 264"/>
                <a:gd name="T35" fmla="*/ 7 h 256"/>
                <a:gd name="T36" fmla="*/ 178 w 264"/>
                <a:gd name="T37" fmla="*/ 14 h 256"/>
                <a:gd name="T38" fmla="*/ 124 w 264"/>
                <a:gd name="T39" fmla="*/ 103 h 256"/>
                <a:gd name="T40" fmla="*/ 64 w 264"/>
                <a:gd name="T41" fmla="*/ 162 h 256"/>
                <a:gd name="T42" fmla="*/ 56 w 264"/>
                <a:gd name="T43" fmla="*/ 160 h 256"/>
                <a:gd name="T44" fmla="*/ 52 w 264"/>
                <a:gd name="T45" fmla="*/ 160 h 256"/>
                <a:gd name="T46" fmla="*/ 44 w 264"/>
                <a:gd name="T47" fmla="*/ 161 h 256"/>
                <a:gd name="T48" fmla="*/ 34 w 264"/>
                <a:gd name="T49" fmla="*/ 164 h 256"/>
                <a:gd name="T50" fmla="*/ 27 w 264"/>
                <a:gd name="T51" fmla="*/ 167 h 256"/>
                <a:gd name="T52" fmla="*/ 18 w 264"/>
                <a:gd name="T53" fmla="*/ 174 h 256"/>
                <a:gd name="T54" fmla="*/ 38 w 264"/>
                <a:gd name="T55" fmla="*/ 208 h 256"/>
                <a:gd name="T56" fmla="*/ 52 w 264"/>
                <a:gd name="T57" fmla="*/ 208 h 256"/>
                <a:gd name="T58" fmla="*/ 26 w 264"/>
                <a:gd name="T59" fmla="*/ 248 h 256"/>
                <a:gd name="T60" fmla="*/ 35 w 264"/>
                <a:gd name="T61" fmla="*/ 253 h 256"/>
                <a:gd name="T62" fmla="*/ 42 w 264"/>
                <a:gd name="T63" fmla="*/ 255 h 256"/>
                <a:gd name="T64" fmla="*/ 50 w 264"/>
                <a:gd name="T65" fmla="*/ 256 h 256"/>
                <a:gd name="T66" fmla="*/ 54 w 264"/>
                <a:gd name="T67" fmla="*/ 256 h 256"/>
                <a:gd name="T68" fmla="*/ 63 w 264"/>
                <a:gd name="T69" fmla="*/ 255 h 256"/>
                <a:gd name="T70" fmla="*/ 71 w 264"/>
                <a:gd name="T71" fmla="*/ 252 h 256"/>
                <a:gd name="T72" fmla="*/ 79 w 264"/>
                <a:gd name="T73" fmla="*/ 248 h 256"/>
                <a:gd name="T74" fmla="*/ 98 w 264"/>
                <a:gd name="T75" fmla="*/ 196 h 256"/>
                <a:gd name="T76" fmla="*/ 157 w 264"/>
                <a:gd name="T77" fmla="*/ 136 h 256"/>
                <a:gd name="T78" fmla="*/ 89 w 264"/>
                <a:gd name="T79" fmla="*/ 193 h 256"/>
                <a:gd name="T80" fmla="*/ 80 w 264"/>
                <a:gd name="T81" fmla="*/ 236 h 256"/>
                <a:gd name="T82" fmla="*/ 39 w 264"/>
                <a:gd name="T83" fmla="*/ 246 h 256"/>
                <a:gd name="T84" fmla="*/ 63 w 264"/>
                <a:gd name="T85" fmla="*/ 215 h 256"/>
                <a:gd name="T86" fmla="*/ 45 w 264"/>
                <a:gd name="T87" fmla="*/ 197 h 256"/>
                <a:gd name="T88" fmla="*/ 14 w 264"/>
                <a:gd name="T89" fmla="*/ 221 h 256"/>
                <a:gd name="T90" fmla="*/ 52 w 264"/>
                <a:gd name="T91" fmla="*/ 168 h 256"/>
                <a:gd name="T92" fmla="*/ 67 w 264"/>
                <a:gd name="T93" fmla="*/ 171 h 256"/>
                <a:gd name="T94" fmla="*/ 171 w 264"/>
                <a:gd name="T95" fmla="*/ 66 h 256"/>
                <a:gd name="T96" fmla="*/ 174 w 264"/>
                <a:gd name="T97" fmla="*/ 58 h 256"/>
                <a:gd name="T98" fmla="*/ 212 w 264"/>
                <a:gd name="T99" fmla="*/ 8 h 256"/>
                <a:gd name="T100" fmla="*/ 206 w 264"/>
                <a:gd name="T101" fmla="*/ 29 h 256"/>
                <a:gd name="T102" fmla="*/ 206 w 264"/>
                <a:gd name="T103" fmla="*/ 54 h 256"/>
                <a:gd name="T104" fmla="*/ 231 w 264"/>
                <a:gd name="T105" fmla="*/ 54 h 256"/>
                <a:gd name="T106" fmla="*/ 240 w 264"/>
                <a:gd name="T107" fmla="*/ 76 h 256"/>
                <a:gd name="T108" fmla="*/ 202 w 264"/>
                <a:gd name="T109" fmla="*/ 86 h 256"/>
                <a:gd name="T110" fmla="*/ 194 w 264"/>
                <a:gd name="T111" fmla="*/ 89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64" h="256">
                  <a:moveTo>
                    <a:pt x="157" y="136"/>
                  </a:moveTo>
                  <a:cubicBezTo>
                    <a:pt x="200" y="94"/>
                    <a:pt x="200" y="94"/>
                    <a:pt x="200" y="94"/>
                  </a:cubicBezTo>
                  <a:cubicBezTo>
                    <a:pt x="202" y="95"/>
                    <a:pt x="204" y="95"/>
                    <a:pt x="206" y="95"/>
                  </a:cubicBezTo>
                  <a:cubicBezTo>
                    <a:pt x="207" y="96"/>
                    <a:pt x="207" y="95"/>
                    <a:pt x="208" y="96"/>
                  </a:cubicBezTo>
                  <a:cubicBezTo>
                    <a:pt x="209" y="96"/>
                    <a:pt x="211" y="96"/>
                    <a:pt x="212" y="96"/>
                  </a:cubicBezTo>
                  <a:cubicBezTo>
                    <a:pt x="212" y="96"/>
                    <a:pt x="212" y="96"/>
                    <a:pt x="212" y="96"/>
                  </a:cubicBezTo>
                  <a:cubicBezTo>
                    <a:pt x="212" y="96"/>
                    <a:pt x="213" y="96"/>
                    <a:pt x="213" y="96"/>
                  </a:cubicBezTo>
                  <a:cubicBezTo>
                    <a:pt x="215" y="96"/>
                    <a:pt x="218" y="95"/>
                    <a:pt x="220" y="95"/>
                  </a:cubicBezTo>
                  <a:cubicBezTo>
                    <a:pt x="221" y="95"/>
                    <a:pt x="222" y="95"/>
                    <a:pt x="222" y="95"/>
                  </a:cubicBezTo>
                  <a:cubicBezTo>
                    <a:pt x="225" y="94"/>
                    <a:pt x="228" y="93"/>
                    <a:pt x="230" y="92"/>
                  </a:cubicBezTo>
                  <a:cubicBezTo>
                    <a:pt x="230" y="92"/>
                    <a:pt x="230" y="92"/>
                    <a:pt x="230" y="92"/>
                  </a:cubicBezTo>
                  <a:cubicBezTo>
                    <a:pt x="233" y="91"/>
                    <a:pt x="235" y="90"/>
                    <a:pt x="237" y="89"/>
                  </a:cubicBezTo>
                  <a:cubicBezTo>
                    <a:pt x="238" y="88"/>
                    <a:pt x="239" y="88"/>
                    <a:pt x="239" y="87"/>
                  </a:cubicBezTo>
                  <a:cubicBezTo>
                    <a:pt x="242" y="86"/>
                    <a:pt x="244" y="84"/>
                    <a:pt x="246" y="82"/>
                  </a:cubicBezTo>
                  <a:cubicBezTo>
                    <a:pt x="262" y="66"/>
                    <a:pt x="264" y="40"/>
                    <a:pt x="252" y="22"/>
                  </a:cubicBezTo>
                  <a:cubicBezTo>
                    <a:pt x="226" y="48"/>
                    <a:pt x="226" y="48"/>
                    <a:pt x="226" y="48"/>
                  </a:cubicBezTo>
                  <a:cubicBezTo>
                    <a:pt x="225" y="49"/>
                    <a:pt x="224" y="50"/>
                    <a:pt x="222" y="50"/>
                  </a:cubicBezTo>
                  <a:cubicBezTo>
                    <a:pt x="221" y="51"/>
                    <a:pt x="220" y="51"/>
                    <a:pt x="219" y="51"/>
                  </a:cubicBezTo>
                  <a:cubicBezTo>
                    <a:pt x="219" y="51"/>
                    <a:pt x="219" y="51"/>
                    <a:pt x="219" y="51"/>
                  </a:cubicBezTo>
                  <a:cubicBezTo>
                    <a:pt x="218" y="51"/>
                    <a:pt x="216" y="51"/>
                    <a:pt x="215" y="50"/>
                  </a:cubicBezTo>
                  <a:cubicBezTo>
                    <a:pt x="214" y="50"/>
                    <a:pt x="213" y="49"/>
                    <a:pt x="212" y="48"/>
                  </a:cubicBezTo>
                  <a:cubicBezTo>
                    <a:pt x="208" y="44"/>
                    <a:pt x="208" y="38"/>
                    <a:pt x="212" y="34"/>
                  </a:cubicBezTo>
                  <a:cubicBezTo>
                    <a:pt x="238" y="8"/>
                    <a:pt x="238" y="8"/>
                    <a:pt x="238" y="8"/>
                  </a:cubicBezTo>
                  <a:cubicBezTo>
                    <a:pt x="236" y="7"/>
                    <a:pt x="234" y="5"/>
                    <a:pt x="232" y="4"/>
                  </a:cubicBezTo>
                  <a:cubicBezTo>
                    <a:pt x="231" y="4"/>
                    <a:pt x="230" y="4"/>
                    <a:pt x="229" y="3"/>
                  </a:cubicBezTo>
                  <a:cubicBezTo>
                    <a:pt x="228" y="3"/>
                    <a:pt x="226" y="2"/>
                    <a:pt x="224" y="2"/>
                  </a:cubicBezTo>
                  <a:cubicBezTo>
                    <a:pt x="224" y="1"/>
                    <a:pt x="223" y="1"/>
                    <a:pt x="222" y="1"/>
                  </a:cubicBezTo>
                  <a:cubicBezTo>
                    <a:pt x="220" y="1"/>
                    <a:pt x="219" y="1"/>
                    <a:pt x="217" y="0"/>
                  </a:cubicBezTo>
                  <a:cubicBezTo>
                    <a:pt x="216" y="0"/>
                    <a:pt x="215" y="0"/>
                    <a:pt x="214" y="0"/>
                  </a:cubicBezTo>
                  <a:cubicBezTo>
                    <a:pt x="213" y="0"/>
                    <a:pt x="213" y="0"/>
                    <a:pt x="212" y="0"/>
                  </a:cubicBezTo>
                  <a:cubicBezTo>
                    <a:pt x="211" y="0"/>
                    <a:pt x="211" y="0"/>
                    <a:pt x="210" y="0"/>
                  </a:cubicBezTo>
                  <a:cubicBezTo>
                    <a:pt x="208" y="0"/>
                    <a:pt x="207" y="0"/>
                    <a:pt x="205" y="1"/>
                  </a:cubicBezTo>
                  <a:cubicBezTo>
                    <a:pt x="204" y="1"/>
                    <a:pt x="203" y="1"/>
                    <a:pt x="201" y="1"/>
                  </a:cubicBezTo>
                  <a:cubicBezTo>
                    <a:pt x="200" y="2"/>
                    <a:pt x="198" y="2"/>
                    <a:pt x="196" y="3"/>
                  </a:cubicBezTo>
                  <a:cubicBezTo>
                    <a:pt x="195" y="3"/>
                    <a:pt x="194" y="4"/>
                    <a:pt x="193" y="4"/>
                  </a:cubicBezTo>
                  <a:cubicBezTo>
                    <a:pt x="191" y="5"/>
                    <a:pt x="189" y="6"/>
                    <a:pt x="188" y="7"/>
                  </a:cubicBezTo>
                  <a:cubicBezTo>
                    <a:pt x="187" y="7"/>
                    <a:pt x="186" y="8"/>
                    <a:pt x="185" y="8"/>
                  </a:cubicBezTo>
                  <a:cubicBezTo>
                    <a:pt x="183" y="10"/>
                    <a:pt x="180" y="12"/>
                    <a:pt x="178" y="14"/>
                  </a:cubicBezTo>
                  <a:cubicBezTo>
                    <a:pt x="166" y="27"/>
                    <a:pt x="162" y="44"/>
                    <a:pt x="166" y="60"/>
                  </a:cubicBezTo>
                  <a:cubicBezTo>
                    <a:pt x="124" y="103"/>
                    <a:pt x="124" y="103"/>
                    <a:pt x="124" y="103"/>
                  </a:cubicBezTo>
                  <a:cubicBezTo>
                    <a:pt x="107" y="120"/>
                    <a:pt x="107" y="120"/>
                    <a:pt x="107" y="120"/>
                  </a:cubicBezTo>
                  <a:cubicBezTo>
                    <a:pt x="64" y="162"/>
                    <a:pt x="64" y="162"/>
                    <a:pt x="64" y="162"/>
                  </a:cubicBezTo>
                  <a:cubicBezTo>
                    <a:pt x="62" y="161"/>
                    <a:pt x="60" y="161"/>
                    <a:pt x="58" y="161"/>
                  </a:cubicBezTo>
                  <a:cubicBezTo>
                    <a:pt x="57" y="161"/>
                    <a:pt x="57" y="161"/>
                    <a:pt x="56" y="160"/>
                  </a:cubicBezTo>
                  <a:cubicBezTo>
                    <a:pt x="55" y="160"/>
                    <a:pt x="53" y="160"/>
                    <a:pt x="52" y="160"/>
                  </a:cubicBezTo>
                  <a:cubicBezTo>
                    <a:pt x="52" y="160"/>
                    <a:pt x="52" y="160"/>
                    <a:pt x="52" y="160"/>
                  </a:cubicBezTo>
                  <a:cubicBezTo>
                    <a:pt x="52" y="160"/>
                    <a:pt x="51" y="160"/>
                    <a:pt x="51" y="160"/>
                  </a:cubicBezTo>
                  <a:cubicBezTo>
                    <a:pt x="49" y="160"/>
                    <a:pt x="46" y="161"/>
                    <a:pt x="44" y="161"/>
                  </a:cubicBezTo>
                  <a:cubicBezTo>
                    <a:pt x="43" y="161"/>
                    <a:pt x="42" y="161"/>
                    <a:pt x="42" y="161"/>
                  </a:cubicBezTo>
                  <a:cubicBezTo>
                    <a:pt x="39" y="162"/>
                    <a:pt x="36" y="163"/>
                    <a:pt x="34" y="164"/>
                  </a:cubicBezTo>
                  <a:cubicBezTo>
                    <a:pt x="34" y="164"/>
                    <a:pt x="34" y="164"/>
                    <a:pt x="34" y="164"/>
                  </a:cubicBezTo>
                  <a:cubicBezTo>
                    <a:pt x="31" y="165"/>
                    <a:pt x="29" y="166"/>
                    <a:pt x="27" y="167"/>
                  </a:cubicBezTo>
                  <a:cubicBezTo>
                    <a:pt x="26" y="168"/>
                    <a:pt x="25" y="168"/>
                    <a:pt x="25" y="169"/>
                  </a:cubicBezTo>
                  <a:cubicBezTo>
                    <a:pt x="22" y="170"/>
                    <a:pt x="20" y="172"/>
                    <a:pt x="18" y="174"/>
                  </a:cubicBezTo>
                  <a:cubicBezTo>
                    <a:pt x="2" y="190"/>
                    <a:pt x="0" y="216"/>
                    <a:pt x="12" y="234"/>
                  </a:cubicBezTo>
                  <a:cubicBezTo>
                    <a:pt x="38" y="208"/>
                    <a:pt x="38" y="208"/>
                    <a:pt x="38" y="208"/>
                  </a:cubicBezTo>
                  <a:cubicBezTo>
                    <a:pt x="40" y="206"/>
                    <a:pt x="43" y="205"/>
                    <a:pt x="45" y="205"/>
                  </a:cubicBezTo>
                  <a:cubicBezTo>
                    <a:pt x="48" y="205"/>
                    <a:pt x="50" y="206"/>
                    <a:pt x="52" y="208"/>
                  </a:cubicBezTo>
                  <a:cubicBezTo>
                    <a:pt x="56" y="212"/>
                    <a:pt x="56" y="218"/>
                    <a:pt x="52" y="222"/>
                  </a:cubicBezTo>
                  <a:cubicBezTo>
                    <a:pt x="26" y="248"/>
                    <a:pt x="26" y="248"/>
                    <a:pt x="26" y="248"/>
                  </a:cubicBezTo>
                  <a:cubicBezTo>
                    <a:pt x="28" y="249"/>
                    <a:pt x="30" y="251"/>
                    <a:pt x="32" y="252"/>
                  </a:cubicBezTo>
                  <a:cubicBezTo>
                    <a:pt x="33" y="252"/>
                    <a:pt x="34" y="252"/>
                    <a:pt x="35" y="253"/>
                  </a:cubicBezTo>
                  <a:cubicBezTo>
                    <a:pt x="36" y="253"/>
                    <a:pt x="38" y="254"/>
                    <a:pt x="40" y="254"/>
                  </a:cubicBezTo>
                  <a:cubicBezTo>
                    <a:pt x="40" y="255"/>
                    <a:pt x="41" y="255"/>
                    <a:pt x="42" y="255"/>
                  </a:cubicBezTo>
                  <a:cubicBezTo>
                    <a:pt x="44" y="255"/>
                    <a:pt x="45" y="255"/>
                    <a:pt x="47" y="256"/>
                  </a:cubicBezTo>
                  <a:cubicBezTo>
                    <a:pt x="48" y="256"/>
                    <a:pt x="49" y="256"/>
                    <a:pt x="50" y="256"/>
                  </a:cubicBezTo>
                  <a:cubicBezTo>
                    <a:pt x="51" y="256"/>
                    <a:pt x="51" y="256"/>
                    <a:pt x="52" y="256"/>
                  </a:cubicBezTo>
                  <a:cubicBezTo>
                    <a:pt x="53" y="256"/>
                    <a:pt x="53" y="256"/>
                    <a:pt x="54" y="256"/>
                  </a:cubicBezTo>
                  <a:cubicBezTo>
                    <a:pt x="56" y="256"/>
                    <a:pt x="57" y="256"/>
                    <a:pt x="59" y="255"/>
                  </a:cubicBezTo>
                  <a:cubicBezTo>
                    <a:pt x="60" y="255"/>
                    <a:pt x="61" y="255"/>
                    <a:pt x="63" y="255"/>
                  </a:cubicBezTo>
                  <a:cubicBezTo>
                    <a:pt x="64" y="254"/>
                    <a:pt x="66" y="254"/>
                    <a:pt x="68" y="253"/>
                  </a:cubicBezTo>
                  <a:cubicBezTo>
                    <a:pt x="69" y="253"/>
                    <a:pt x="70" y="252"/>
                    <a:pt x="71" y="252"/>
                  </a:cubicBezTo>
                  <a:cubicBezTo>
                    <a:pt x="73" y="251"/>
                    <a:pt x="75" y="250"/>
                    <a:pt x="76" y="249"/>
                  </a:cubicBezTo>
                  <a:cubicBezTo>
                    <a:pt x="77" y="249"/>
                    <a:pt x="78" y="248"/>
                    <a:pt x="79" y="248"/>
                  </a:cubicBezTo>
                  <a:cubicBezTo>
                    <a:pt x="81" y="246"/>
                    <a:pt x="84" y="244"/>
                    <a:pt x="86" y="242"/>
                  </a:cubicBezTo>
                  <a:cubicBezTo>
                    <a:pt x="98" y="229"/>
                    <a:pt x="102" y="212"/>
                    <a:pt x="98" y="196"/>
                  </a:cubicBezTo>
                  <a:cubicBezTo>
                    <a:pt x="140" y="153"/>
                    <a:pt x="140" y="153"/>
                    <a:pt x="140" y="153"/>
                  </a:cubicBezTo>
                  <a:lnTo>
                    <a:pt x="157" y="136"/>
                  </a:lnTo>
                  <a:close/>
                  <a:moveTo>
                    <a:pt x="93" y="190"/>
                  </a:moveTo>
                  <a:cubicBezTo>
                    <a:pt x="89" y="193"/>
                    <a:pt x="89" y="193"/>
                    <a:pt x="89" y="193"/>
                  </a:cubicBezTo>
                  <a:cubicBezTo>
                    <a:pt x="90" y="198"/>
                    <a:pt x="90" y="198"/>
                    <a:pt x="90" y="198"/>
                  </a:cubicBezTo>
                  <a:cubicBezTo>
                    <a:pt x="94" y="212"/>
                    <a:pt x="90" y="226"/>
                    <a:pt x="80" y="236"/>
                  </a:cubicBezTo>
                  <a:cubicBezTo>
                    <a:pt x="73" y="244"/>
                    <a:pt x="63" y="248"/>
                    <a:pt x="52" y="248"/>
                  </a:cubicBezTo>
                  <a:cubicBezTo>
                    <a:pt x="48" y="248"/>
                    <a:pt x="43" y="247"/>
                    <a:pt x="39" y="246"/>
                  </a:cubicBezTo>
                  <a:cubicBezTo>
                    <a:pt x="58" y="227"/>
                    <a:pt x="58" y="227"/>
                    <a:pt x="58" y="227"/>
                  </a:cubicBezTo>
                  <a:cubicBezTo>
                    <a:pt x="61" y="224"/>
                    <a:pt x="63" y="219"/>
                    <a:pt x="63" y="215"/>
                  </a:cubicBezTo>
                  <a:cubicBezTo>
                    <a:pt x="63" y="210"/>
                    <a:pt x="61" y="206"/>
                    <a:pt x="58" y="202"/>
                  </a:cubicBezTo>
                  <a:cubicBezTo>
                    <a:pt x="54" y="199"/>
                    <a:pt x="50" y="197"/>
                    <a:pt x="45" y="197"/>
                  </a:cubicBezTo>
                  <a:cubicBezTo>
                    <a:pt x="41" y="197"/>
                    <a:pt x="36" y="199"/>
                    <a:pt x="33" y="202"/>
                  </a:cubicBezTo>
                  <a:cubicBezTo>
                    <a:pt x="14" y="221"/>
                    <a:pt x="14" y="221"/>
                    <a:pt x="14" y="221"/>
                  </a:cubicBezTo>
                  <a:cubicBezTo>
                    <a:pt x="9" y="207"/>
                    <a:pt x="13" y="191"/>
                    <a:pt x="24" y="180"/>
                  </a:cubicBezTo>
                  <a:cubicBezTo>
                    <a:pt x="31" y="172"/>
                    <a:pt x="41" y="168"/>
                    <a:pt x="52" y="168"/>
                  </a:cubicBezTo>
                  <a:cubicBezTo>
                    <a:pt x="55" y="168"/>
                    <a:pt x="59" y="169"/>
                    <a:pt x="62" y="170"/>
                  </a:cubicBezTo>
                  <a:cubicBezTo>
                    <a:pt x="67" y="171"/>
                    <a:pt x="67" y="171"/>
                    <a:pt x="67" y="171"/>
                  </a:cubicBezTo>
                  <a:cubicBezTo>
                    <a:pt x="70" y="167"/>
                    <a:pt x="70" y="167"/>
                    <a:pt x="70" y="167"/>
                  </a:cubicBezTo>
                  <a:cubicBezTo>
                    <a:pt x="171" y="66"/>
                    <a:pt x="171" y="66"/>
                    <a:pt x="171" y="66"/>
                  </a:cubicBezTo>
                  <a:cubicBezTo>
                    <a:pt x="175" y="63"/>
                    <a:pt x="175" y="63"/>
                    <a:pt x="175" y="63"/>
                  </a:cubicBezTo>
                  <a:cubicBezTo>
                    <a:pt x="174" y="58"/>
                    <a:pt x="174" y="58"/>
                    <a:pt x="174" y="58"/>
                  </a:cubicBezTo>
                  <a:cubicBezTo>
                    <a:pt x="170" y="44"/>
                    <a:pt x="174" y="30"/>
                    <a:pt x="184" y="20"/>
                  </a:cubicBezTo>
                  <a:cubicBezTo>
                    <a:pt x="191" y="12"/>
                    <a:pt x="201" y="8"/>
                    <a:pt x="212" y="8"/>
                  </a:cubicBezTo>
                  <a:cubicBezTo>
                    <a:pt x="216" y="8"/>
                    <a:pt x="221" y="9"/>
                    <a:pt x="225" y="10"/>
                  </a:cubicBezTo>
                  <a:cubicBezTo>
                    <a:pt x="206" y="29"/>
                    <a:pt x="206" y="29"/>
                    <a:pt x="206" y="29"/>
                  </a:cubicBezTo>
                  <a:cubicBezTo>
                    <a:pt x="203" y="32"/>
                    <a:pt x="201" y="37"/>
                    <a:pt x="201" y="41"/>
                  </a:cubicBezTo>
                  <a:cubicBezTo>
                    <a:pt x="201" y="46"/>
                    <a:pt x="203" y="50"/>
                    <a:pt x="206" y="54"/>
                  </a:cubicBezTo>
                  <a:cubicBezTo>
                    <a:pt x="210" y="57"/>
                    <a:pt x="214" y="59"/>
                    <a:pt x="219" y="59"/>
                  </a:cubicBezTo>
                  <a:cubicBezTo>
                    <a:pt x="223" y="59"/>
                    <a:pt x="228" y="57"/>
                    <a:pt x="231" y="54"/>
                  </a:cubicBezTo>
                  <a:cubicBezTo>
                    <a:pt x="250" y="35"/>
                    <a:pt x="250" y="35"/>
                    <a:pt x="250" y="35"/>
                  </a:cubicBezTo>
                  <a:cubicBezTo>
                    <a:pt x="255" y="49"/>
                    <a:pt x="251" y="65"/>
                    <a:pt x="240" y="76"/>
                  </a:cubicBezTo>
                  <a:cubicBezTo>
                    <a:pt x="233" y="84"/>
                    <a:pt x="223" y="88"/>
                    <a:pt x="212" y="88"/>
                  </a:cubicBezTo>
                  <a:cubicBezTo>
                    <a:pt x="209" y="88"/>
                    <a:pt x="205" y="87"/>
                    <a:pt x="202" y="86"/>
                  </a:cubicBezTo>
                  <a:cubicBezTo>
                    <a:pt x="197" y="85"/>
                    <a:pt x="197" y="85"/>
                    <a:pt x="197" y="85"/>
                  </a:cubicBezTo>
                  <a:cubicBezTo>
                    <a:pt x="194" y="89"/>
                    <a:pt x="194" y="89"/>
                    <a:pt x="194" y="89"/>
                  </a:cubicBezTo>
                  <a:lnTo>
                    <a:pt x="93" y="190"/>
                  </a:lnTo>
                  <a:close/>
                </a:path>
              </a:pathLst>
            </a:custGeom>
            <a:solidFill>
              <a:srgbClr val="E8772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64" name="Group 63"/>
          <p:cNvGrpSpPr/>
          <p:nvPr/>
        </p:nvGrpSpPr>
        <p:grpSpPr>
          <a:xfrm>
            <a:off x="6383274" y="3333750"/>
            <a:ext cx="325362" cy="265207"/>
            <a:chOff x="2751138" y="1573213"/>
            <a:chExt cx="463550" cy="377825"/>
          </a:xfrm>
        </p:grpSpPr>
        <p:sp>
          <p:nvSpPr>
            <p:cNvPr id="65" name="Freeform 14"/>
            <p:cNvSpPr>
              <a:spLocks noEditPoints="1"/>
            </p:cNvSpPr>
            <p:nvPr/>
          </p:nvSpPr>
          <p:spPr bwMode="auto">
            <a:xfrm>
              <a:off x="2751138" y="1573213"/>
              <a:ext cx="463550" cy="377825"/>
            </a:xfrm>
            <a:custGeom>
              <a:avLst/>
              <a:gdLst>
                <a:gd name="T0" fmla="*/ 292 w 292"/>
                <a:gd name="T1" fmla="*/ 192 h 238"/>
                <a:gd name="T2" fmla="*/ 292 w 292"/>
                <a:gd name="T3" fmla="*/ 0 h 238"/>
                <a:gd name="T4" fmla="*/ 0 w 292"/>
                <a:gd name="T5" fmla="*/ 0 h 238"/>
                <a:gd name="T6" fmla="*/ 0 w 292"/>
                <a:gd name="T7" fmla="*/ 192 h 238"/>
                <a:gd name="T8" fmla="*/ 87 w 292"/>
                <a:gd name="T9" fmla="*/ 192 h 238"/>
                <a:gd name="T10" fmla="*/ 87 w 292"/>
                <a:gd name="T11" fmla="*/ 211 h 238"/>
                <a:gd name="T12" fmla="*/ 47 w 292"/>
                <a:gd name="T13" fmla="*/ 211 h 238"/>
                <a:gd name="T14" fmla="*/ 47 w 292"/>
                <a:gd name="T15" fmla="*/ 238 h 238"/>
                <a:gd name="T16" fmla="*/ 249 w 292"/>
                <a:gd name="T17" fmla="*/ 238 h 238"/>
                <a:gd name="T18" fmla="*/ 249 w 292"/>
                <a:gd name="T19" fmla="*/ 211 h 238"/>
                <a:gd name="T20" fmla="*/ 208 w 292"/>
                <a:gd name="T21" fmla="*/ 211 h 238"/>
                <a:gd name="T22" fmla="*/ 208 w 292"/>
                <a:gd name="T23" fmla="*/ 192 h 238"/>
                <a:gd name="T24" fmla="*/ 292 w 292"/>
                <a:gd name="T25" fmla="*/ 192 h 238"/>
                <a:gd name="T26" fmla="*/ 240 w 292"/>
                <a:gd name="T27" fmla="*/ 228 h 238"/>
                <a:gd name="T28" fmla="*/ 55 w 292"/>
                <a:gd name="T29" fmla="*/ 228 h 238"/>
                <a:gd name="T30" fmla="*/ 55 w 292"/>
                <a:gd name="T31" fmla="*/ 220 h 238"/>
                <a:gd name="T32" fmla="*/ 240 w 292"/>
                <a:gd name="T33" fmla="*/ 220 h 238"/>
                <a:gd name="T34" fmla="*/ 240 w 292"/>
                <a:gd name="T35" fmla="*/ 228 h 238"/>
                <a:gd name="T36" fmla="*/ 200 w 292"/>
                <a:gd name="T37" fmla="*/ 197 h 238"/>
                <a:gd name="T38" fmla="*/ 200 w 292"/>
                <a:gd name="T39" fmla="*/ 211 h 238"/>
                <a:gd name="T40" fmla="*/ 95 w 292"/>
                <a:gd name="T41" fmla="*/ 211 h 238"/>
                <a:gd name="T42" fmla="*/ 95 w 292"/>
                <a:gd name="T43" fmla="*/ 197 h 238"/>
                <a:gd name="T44" fmla="*/ 200 w 292"/>
                <a:gd name="T45" fmla="*/ 197 h 238"/>
                <a:gd name="T46" fmla="*/ 8 w 292"/>
                <a:gd name="T47" fmla="*/ 9 h 238"/>
                <a:gd name="T48" fmla="*/ 284 w 292"/>
                <a:gd name="T49" fmla="*/ 9 h 238"/>
                <a:gd name="T50" fmla="*/ 284 w 292"/>
                <a:gd name="T51" fmla="*/ 183 h 238"/>
                <a:gd name="T52" fmla="*/ 8 w 292"/>
                <a:gd name="T53" fmla="*/ 183 h 238"/>
                <a:gd name="T54" fmla="*/ 8 w 292"/>
                <a:gd name="T55" fmla="*/ 9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92" h="238">
                  <a:moveTo>
                    <a:pt x="292" y="192"/>
                  </a:moveTo>
                  <a:lnTo>
                    <a:pt x="292" y="0"/>
                  </a:lnTo>
                  <a:lnTo>
                    <a:pt x="0" y="0"/>
                  </a:lnTo>
                  <a:lnTo>
                    <a:pt x="0" y="192"/>
                  </a:lnTo>
                  <a:lnTo>
                    <a:pt x="87" y="192"/>
                  </a:lnTo>
                  <a:lnTo>
                    <a:pt x="87" y="211"/>
                  </a:lnTo>
                  <a:lnTo>
                    <a:pt x="47" y="211"/>
                  </a:lnTo>
                  <a:lnTo>
                    <a:pt x="47" y="238"/>
                  </a:lnTo>
                  <a:lnTo>
                    <a:pt x="249" y="238"/>
                  </a:lnTo>
                  <a:lnTo>
                    <a:pt x="249" y="211"/>
                  </a:lnTo>
                  <a:lnTo>
                    <a:pt x="208" y="211"/>
                  </a:lnTo>
                  <a:lnTo>
                    <a:pt x="208" y="192"/>
                  </a:lnTo>
                  <a:lnTo>
                    <a:pt x="292" y="192"/>
                  </a:lnTo>
                  <a:close/>
                  <a:moveTo>
                    <a:pt x="240" y="228"/>
                  </a:moveTo>
                  <a:lnTo>
                    <a:pt x="55" y="228"/>
                  </a:lnTo>
                  <a:lnTo>
                    <a:pt x="55" y="220"/>
                  </a:lnTo>
                  <a:lnTo>
                    <a:pt x="240" y="220"/>
                  </a:lnTo>
                  <a:lnTo>
                    <a:pt x="240" y="228"/>
                  </a:lnTo>
                  <a:close/>
                  <a:moveTo>
                    <a:pt x="200" y="197"/>
                  </a:moveTo>
                  <a:lnTo>
                    <a:pt x="200" y="211"/>
                  </a:lnTo>
                  <a:lnTo>
                    <a:pt x="95" y="211"/>
                  </a:lnTo>
                  <a:lnTo>
                    <a:pt x="95" y="197"/>
                  </a:lnTo>
                  <a:lnTo>
                    <a:pt x="200" y="197"/>
                  </a:lnTo>
                  <a:close/>
                  <a:moveTo>
                    <a:pt x="8" y="9"/>
                  </a:moveTo>
                  <a:lnTo>
                    <a:pt x="284" y="9"/>
                  </a:lnTo>
                  <a:lnTo>
                    <a:pt x="284" y="183"/>
                  </a:lnTo>
                  <a:lnTo>
                    <a:pt x="8" y="183"/>
                  </a:lnTo>
                  <a:lnTo>
                    <a:pt x="8" y="9"/>
                  </a:lnTo>
                  <a:close/>
                </a:path>
              </a:pathLst>
            </a:custGeom>
            <a:solidFill>
              <a:srgbClr val="8A8A8D"/>
            </a:solidFill>
            <a:ln>
              <a:noFill/>
            </a:ln>
          </p:spPr>
          <p:txBody>
            <a:bodyPr vert="horz" wrap="square" lIns="91440" tIns="45720" rIns="91440" bIns="45720" numCol="1" anchor="t" anchorCtr="0" compatLnSpc="1">
              <a:prstTxWarp prst="textNoShape">
                <a:avLst/>
              </a:prstTxWarp>
            </a:bodyPr>
            <a:lstStyle/>
            <a:p>
              <a:endParaRPr lang="en-US"/>
            </a:p>
          </p:txBody>
        </p:sp>
        <p:sp>
          <p:nvSpPr>
            <p:cNvPr id="66" name="Freeform 15"/>
            <p:cNvSpPr>
              <a:spLocks noEditPoints="1"/>
            </p:cNvSpPr>
            <p:nvPr/>
          </p:nvSpPr>
          <p:spPr bwMode="auto">
            <a:xfrm>
              <a:off x="2797175" y="1616076"/>
              <a:ext cx="347663" cy="209551"/>
            </a:xfrm>
            <a:custGeom>
              <a:avLst/>
              <a:gdLst>
                <a:gd name="T0" fmla="*/ 31 w 219"/>
                <a:gd name="T1" fmla="*/ 132 h 132"/>
                <a:gd name="T2" fmla="*/ 24 w 219"/>
                <a:gd name="T3" fmla="*/ 126 h 132"/>
                <a:gd name="T4" fmla="*/ 75 w 219"/>
                <a:gd name="T5" fmla="*/ 57 h 132"/>
                <a:gd name="T6" fmla="*/ 142 w 219"/>
                <a:gd name="T7" fmla="*/ 103 h 132"/>
                <a:gd name="T8" fmla="*/ 213 w 219"/>
                <a:gd name="T9" fmla="*/ 31 h 132"/>
                <a:gd name="T10" fmla="*/ 219 w 219"/>
                <a:gd name="T11" fmla="*/ 38 h 132"/>
                <a:gd name="T12" fmla="*/ 143 w 219"/>
                <a:gd name="T13" fmla="*/ 115 h 132"/>
                <a:gd name="T14" fmla="*/ 77 w 219"/>
                <a:gd name="T15" fmla="*/ 69 h 132"/>
                <a:gd name="T16" fmla="*/ 31 w 219"/>
                <a:gd name="T17" fmla="*/ 132 h 132"/>
                <a:gd name="T18" fmla="*/ 54 w 219"/>
                <a:gd name="T19" fmla="*/ 21 h 132"/>
                <a:gd name="T20" fmla="*/ 32 w 219"/>
                <a:gd name="T21" fmla="*/ 21 h 132"/>
                <a:gd name="T22" fmla="*/ 32 w 219"/>
                <a:gd name="T23" fmla="*/ 0 h 132"/>
                <a:gd name="T24" fmla="*/ 23 w 219"/>
                <a:gd name="T25" fmla="*/ 0 h 132"/>
                <a:gd name="T26" fmla="*/ 23 w 219"/>
                <a:gd name="T27" fmla="*/ 21 h 132"/>
                <a:gd name="T28" fmla="*/ 0 w 219"/>
                <a:gd name="T29" fmla="*/ 21 h 132"/>
                <a:gd name="T30" fmla="*/ 0 w 219"/>
                <a:gd name="T31" fmla="*/ 30 h 132"/>
                <a:gd name="T32" fmla="*/ 23 w 219"/>
                <a:gd name="T33" fmla="*/ 30 h 132"/>
                <a:gd name="T34" fmla="*/ 23 w 219"/>
                <a:gd name="T35" fmla="*/ 52 h 132"/>
                <a:gd name="T36" fmla="*/ 32 w 219"/>
                <a:gd name="T37" fmla="*/ 52 h 132"/>
                <a:gd name="T38" fmla="*/ 32 w 219"/>
                <a:gd name="T39" fmla="*/ 30 h 132"/>
                <a:gd name="T40" fmla="*/ 54 w 219"/>
                <a:gd name="T41" fmla="*/ 30 h 132"/>
                <a:gd name="T42" fmla="*/ 54 w 219"/>
                <a:gd name="T43" fmla="*/ 21 h 1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19" h="132">
                  <a:moveTo>
                    <a:pt x="31" y="132"/>
                  </a:moveTo>
                  <a:lnTo>
                    <a:pt x="24" y="126"/>
                  </a:lnTo>
                  <a:lnTo>
                    <a:pt x="75" y="57"/>
                  </a:lnTo>
                  <a:lnTo>
                    <a:pt x="142" y="103"/>
                  </a:lnTo>
                  <a:lnTo>
                    <a:pt x="213" y="31"/>
                  </a:lnTo>
                  <a:lnTo>
                    <a:pt x="219" y="38"/>
                  </a:lnTo>
                  <a:lnTo>
                    <a:pt x="143" y="115"/>
                  </a:lnTo>
                  <a:lnTo>
                    <a:pt x="77" y="69"/>
                  </a:lnTo>
                  <a:lnTo>
                    <a:pt x="31" y="132"/>
                  </a:lnTo>
                  <a:close/>
                  <a:moveTo>
                    <a:pt x="54" y="21"/>
                  </a:moveTo>
                  <a:lnTo>
                    <a:pt x="32" y="21"/>
                  </a:lnTo>
                  <a:lnTo>
                    <a:pt x="32" y="0"/>
                  </a:lnTo>
                  <a:lnTo>
                    <a:pt x="23" y="0"/>
                  </a:lnTo>
                  <a:lnTo>
                    <a:pt x="23" y="21"/>
                  </a:lnTo>
                  <a:lnTo>
                    <a:pt x="0" y="21"/>
                  </a:lnTo>
                  <a:lnTo>
                    <a:pt x="0" y="30"/>
                  </a:lnTo>
                  <a:lnTo>
                    <a:pt x="23" y="30"/>
                  </a:lnTo>
                  <a:lnTo>
                    <a:pt x="23" y="52"/>
                  </a:lnTo>
                  <a:lnTo>
                    <a:pt x="32" y="52"/>
                  </a:lnTo>
                  <a:lnTo>
                    <a:pt x="32" y="30"/>
                  </a:lnTo>
                  <a:lnTo>
                    <a:pt x="54" y="30"/>
                  </a:lnTo>
                  <a:lnTo>
                    <a:pt x="54" y="21"/>
                  </a:lnTo>
                  <a:close/>
                </a:path>
              </a:pathLst>
            </a:custGeom>
            <a:solidFill>
              <a:srgbClr val="E87722"/>
            </a:solidFill>
            <a:ln>
              <a:noFill/>
            </a:ln>
          </p:spPr>
          <p:txBody>
            <a:bodyPr vert="horz" wrap="square" lIns="91440" tIns="45720" rIns="91440" bIns="45720" numCol="1" anchor="t" anchorCtr="0" compatLnSpc="1">
              <a:prstTxWarp prst="textNoShape">
                <a:avLst/>
              </a:prstTxWarp>
            </a:bodyPr>
            <a:lstStyle/>
            <a:p>
              <a:endParaRPr lang="en-US"/>
            </a:p>
          </p:txBody>
        </p:sp>
      </p:grpSp>
      <p:grpSp>
        <p:nvGrpSpPr>
          <p:cNvPr id="68" name="Group 47"/>
          <p:cNvGrpSpPr>
            <a:grpSpLocks noChangeAspect="1"/>
          </p:cNvGrpSpPr>
          <p:nvPr/>
        </p:nvGrpSpPr>
        <p:grpSpPr bwMode="auto">
          <a:xfrm>
            <a:off x="4129656" y="3876809"/>
            <a:ext cx="275087" cy="361988"/>
            <a:chOff x="809" y="1394"/>
            <a:chExt cx="459" cy="604"/>
          </a:xfrm>
        </p:grpSpPr>
        <p:sp>
          <p:nvSpPr>
            <p:cNvPr id="69" name="Rectangle 48"/>
            <p:cNvSpPr>
              <a:spLocks noChangeArrowheads="1"/>
            </p:cNvSpPr>
            <p:nvPr/>
          </p:nvSpPr>
          <p:spPr bwMode="auto">
            <a:xfrm>
              <a:off x="894" y="1736"/>
              <a:ext cx="312" cy="19"/>
            </a:xfrm>
            <a:prstGeom prst="rect">
              <a:avLst/>
            </a:prstGeom>
            <a:solidFill>
              <a:srgbClr val="888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Rectangle 49"/>
            <p:cNvSpPr>
              <a:spLocks noChangeArrowheads="1"/>
            </p:cNvSpPr>
            <p:nvPr/>
          </p:nvSpPr>
          <p:spPr bwMode="auto">
            <a:xfrm>
              <a:off x="894" y="1791"/>
              <a:ext cx="312" cy="19"/>
            </a:xfrm>
            <a:prstGeom prst="rect">
              <a:avLst/>
            </a:prstGeom>
            <a:solidFill>
              <a:srgbClr val="888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Rectangle 50"/>
            <p:cNvSpPr>
              <a:spLocks noChangeArrowheads="1"/>
            </p:cNvSpPr>
            <p:nvPr/>
          </p:nvSpPr>
          <p:spPr bwMode="auto">
            <a:xfrm>
              <a:off x="894" y="1845"/>
              <a:ext cx="312" cy="19"/>
            </a:xfrm>
            <a:prstGeom prst="rect">
              <a:avLst/>
            </a:prstGeom>
            <a:solidFill>
              <a:srgbClr val="888B8D"/>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Rectangle 51"/>
            <p:cNvSpPr>
              <a:spLocks noChangeArrowheads="1"/>
            </p:cNvSpPr>
            <p:nvPr/>
          </p:nvSpPr>
          <p:spPr bwMode="auto">
            <a:xfrm>
              <a:off x="1036" y="1590"/>
              <a:ext cx="19" cy="106"/>
            </a:xfrm>
            <a:prstGeom prst="rect">
              <a:avLst/>
            </a:prstGeom>
            <a:solidFill>
              <a:srgbClr val="E878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Rectangle 52"/>
            <p:cNvSpPr>
              <a:spLocks noChangeArrowheads="1"/>
            </p:cNvSpPr>
            <p:nvPr/>
          </p:nvSpPr>
          <p:spPr bwMode="auto">
            <a:xfrm>
              <a:off x="991" y="1635"/>
              <a:ext cx="111" cy="19"/>
            </a:xfrm>
            <a:prstGeom prst="rect">
              <a:avLst/>
            </a:prstGeom>
            <a:solidFill>
              <a:srgbClr val="E8782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53"/>
            <p:cNvSpPr>
              <a:spLocks/>
            </p:cNvSpPr>
            <p:nvPr/>
          </p:nvSpPr>
          <p:spPr bwMode="auto">
            <a:xfrm>
              <a:off x="809" y="1422"/>
              <a:ext cx="459" cy="576"/>
            </a:xfrm>
            <a:custGeom>
              <a:avLst/>
              <a:gdLst>
                <a:gd name="T0" fmla="*/ 459 w 459"/>
                <a:gd name="T1" fmla="*/ 576 h 576"/>
                <a:gd name="T2" fmla="*/ 0 w 459"/>
                <a:gd name="T3" fmla="*/ 576 h 576"/>
                <a:gd name="T4" fmla="*/ 0 w 459"/>
                <a:gd name="T5" fmla="*/ 0 h 576"/>
                <a:gd name="T6" fmla="*/ 76 w 459"/>
                <a:gd name="T7" fmla="*/ 0 h 576"/>
                <a:gd name="T8" fmla="*/ 76 w 459"/>
                <a:gd name="T9" fmla="*/ 19 h 576"/>
                <a:gd name="T10" fmla="*/ 19 w 459"/>
                <a:gd name="T11" fmla="*/ 19 h 576"/>
                <a:gd name="T12" fmla="*/ 19 w 459"/>
                <a:gd name="T13" fmla="*/ 558 h 576"/>
                <a:gd name="T14" fmla="*/ 440 w 459"/>
                <a:gd name="T15" fmla="*/ 558 h 576"/>
                <a:gd name="T16" fmla="*/ 440 w 459"/>
                <a:gd name="T17" fmla="*/ 19 h 576"/>
                <a:gd name="T18" fmla="*/ 386 w 459"/>
                <a:gd name="T19" fmla="*/ 19 h 576"/>
                <a:gd name="T20" fmla="*/ 386 w 459"/>
                <a:gd name="T21" fmla="*/ 0 h 576"/>
                <a:gd name="T22" fmla="*/ 459 w 459"/>
                <a:gd name="T23" fmla="*/ 0 h 576"/>
                <a:gd name="T24" fmla="*/ 459 w 459"/>
                <a:gd name="T25" fmla="*/ 576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59" h="576">
                  <a:moveTo>
                    <a:pt x="459" y="576"/>
                  </a:moveTo>
                  <a:lnTo>
                    <a:pt x="0" y="576"/>
                  </a:lnTo>
                  <a:lnTo>
                    <a:pt x="0" y="0"/>
                  </a:lnTo>
                  <a:lnTo>
                    <a:pt x="76" y="0"/>
                  </a:lnTo>
                  <a:lnTo>
                    <a:pt x="76" y="19"/>
                  </a:lnTo>
                  <a:lnTo>
                    <a:pt x="19" y="19"/>
                  </a:lnTo>
                  <a:lnTo>
                    <a:pt x="19" y="558"/>
                  </a:lnTo>
                  <a:lnTo>
                    <a:pt x="440" y="558"/>
                  </a:lnTo>
                  <a:lnTo>
                    <a:pt x="440" y="19"/>
                  </a:lnTo>
                  <a:lnTo>
                    <a:pt x="386" y="19"/>
                  </a:lnTo>
                  <a:lnTo>
                    <a:pt x="386" y="0"/>
                  </a:lnTo>
                  <a:lnTo>
                    <a:pt x="459" y="0"/>
                  </a:lnTo>
                  <a:lnTo>
                    <a:pt x="459" y="576"/>
                  </a:lnTo>
                  <a:close/>
                </a:path>
              </a:pathLst>
            </a:custGeom>
            <a:solidFill>
              <a:srgbClr val="E878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5" name="Freeform 54"/>
            <p:cNvSpPr>
              <a:spLocks noEditPoints="1"/>
            </p:cNvSpPr>
            <p:nvPr/>
          </p:nvSpPr>
          <p:spPr bwMode="auto">
            <a:xfrm>
              <a:off x="876" y="1394"/>
              <a:ext cx="328" cy="83"/>
            </a:xfrm>
            <a:custGeom>
              <a:avLst/>
              <a:gdLst>
                <a:gd name="T0" fmla="*/ 128 w 139"/>
                <a:gd name="T1" fmla="*/ 35 h 35"/>
                <a:gd name="T2" fmla="*/ 11 w 139"/>
                <a:gd name="T3" fmla="*/ 35 h 35"/>
                <a:gd name="T4" fmla="*/ 0 w 139"/>
                <a:gd name="T5" fmla="*/ 23 h 35"/>
                <a:gd name="T6" fmla="*/ 0 w 139"/>
                <a:gd name="T7" fmla="*/ 12 h 35"/>
                <a:gd name="T8" fmla="*/ 11 w 139"/>
                <a:gd name="T9" fmla="*/ 0 h 35"/>
                <a:gd name="T10" fmla="*/ 128 w 139"/>
                <a:gd name="T11" fmla="*/ 0 h 35"/>
                <a:gd name="T12" fmla="*/ 139 w 139"/>
                <a:gd name="T13" fmla="*/ 12 h 35"/>
                <a:gd name="T14" fmla="*/ 139 w 139"/>
                <a:gd name="T15" fmla="*/ 23 h 35"/>
                <a:gd name="T16" fmla="*/ 128 w 139"/>
                <a:gd name="T17" fmla="*/ 35 h 35"/>
                <a:gd name="T18" fmla="*/ 11 w 139"/>
                <a:gd name="T19" fmla="*/ 8 h 35"/>
                <a:gd name="T20" fmla="*/ 8 w 139"/>
                <a:gd name="T21" fmla="*/ 12 h 35"/>
                <a:gd name="T22" fmla="*/ 8 w 139"/>
                <a:gd name="T23" fmla="*/ 23 h 35"/>
                <a:gd name="T24" fmla="*/ 11 w 139"/>
                <a:gd name="T25" fmla="*/ 27 h 35"/>
                <a:gd name="T26" fmla="*/ 128 w 139"/>
                <a:gd name="T27" fmla="*/ 27 h 35"/>
                <a:gd name="T28" fmla="*/ 131 w 139"/>
                <a:gd name="T29" fmla="*/ 23 h 35"/>
                <a:gd name="T30" fmla="*/ 131 w 139"/>
                <a:gd name="T31" fmla="*/ 12 h 35"/>
                <a:gd name="T32" fmla="*/ 128 w 139"/>
                <a:gd name="T33" fmla="*/ 8 h 35"/>
                <a:gd name="T34" fmla="*/ 11 w 139"/>
                <a:gd name="T35" fmla="*/ 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9" h="35">
                  <a:moveTo>
                    <a:pt x="128" y="35"/>
                  </a:moveTo>
                  <a:cubicBezTo>
                    <a:pt x="11" y="35"/>
                    <a:pt x="11" y="35"/>
                    <a:pt x="11" y="35"/>
                  </a:cubicBezTo>
                  <a:cubicBezTo>
                    <a:pt x="5" y="35"/>
                    <a:pt x="0" y="30"/>
                    <a:pt x="0" y="23"/>
                  </a:cubicBezTo>
                  <a:cubicBezTo>
                    <a:pt x="0" y="12"/>
                    <a:pt x="0" y="12"/>
                    <a:pt x="0" y="12"/>
                  </a:cubicBezTo>
                  <a:cubicBezTo>
                    <a:pt x="0" y="5"/>
                    <a:pt x="5" y="0"/>
                    <a:pt x="11" y="0"/>
                  </a:cubicBezTo>
                  <a:cubicBezTo>
                    <a:pt x="128" y="0"/>
                    <a:pt x="128" y="0"/>
                    <a:pt x="128" y="0"/>
                  </a:cubicBezTo>
                  <a:cubicBezTo>
                    <a:pt x="134" y="0"/>
                    <a:pt x="139" y="5"/>
                    <a:pt x="139" y="12"/>
                  </a:cubicBezTo>
                  <a:cubicBezTo>
                    <a:pt x="139" y="23"/>
                    <a:pt x="139" y="23"/>
                    <a:pt x="139" y="23"/>
                  </a:cubicBezTo>
                  <a:cubicBezTo>
                    <a:pt x="139" y="30"/>
                    <a:pt x="134" y="35"/>
                    <a:pt x="128" y="35"/>
                  </a:cubicBezTo>
                  <a:close/>
                  <a:moveTo>
                    <a:pt x="11" y="8"/>
                  </a:moveTo>
                  <a:cubicBezTo>
                    <a:pt x="9" y="8"/>
                    <a:pt x="8" y="10"/>
                    <a:pt x="8" y="12"/>
                  </a:cubicBezTo>
                  <a:cubicBezTo>
                    <a:pt x="8" y="23"/>
                    <a:pt x="8" y="23"/>
                    <a:pt x="8" y="23"/>
                  </a:cubicBezTo>
                  <a:cubicBezTo>
                    <a:pt x="8" y="25"/>
                    <a:pt x="9" y="27"/>
                    <a:pt x="11" y="27"/>
                  </a:cubicBezTo>
                  <a:cubicBezTo>
                    <a:pt x="128" y="27"/>
                    <a:pt x="128" y="27"/>
                    <a:pt x="128" y="27"/>
                  </a:cubicBezTo>
                  <a:cubicBezTo>
                    <a:pt x="130" y="27"/>
                    <a:pt x="131" y="25"/>
                    <a:pt x="131" y="23"/>
                  </a:cubicBezTo>
                  <a:cubicBezTo>
                    <a:pt x="131" y="12"/>
                    <a:pt x="131" y="12"/>
                    <a:pt x="131" y="12"/>
                  </a:cubicBezTo>
                  <a:cubicBezTo>
                    <a:pt x="131" y="10"/>
                    <a:pt x="130" y="8"/>
                    <a:pt x="128" y="8"/>
                  </a:cubicBezTo>
                  <a:lnTo>
                    <a:pt x="11" y="8"/>
                  </a:lnTo>
                  <a:close/>
                </a:path>
              </a:pathLst>
            </a:custGeom>
            <a:solidFill>
              <a:srgbClr val="888B8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76" name="Freeform 39"/>
          <p:cNvSpPr>
            <a:spLocks noEditPoints="1"/>
          </p:cNvSpPr>
          <p:nvPr/>
        </p:nvSpPr>
        <p:spPr bwMode="auto">
          <a:xfrm>
            <a:off x="1812614" y="3376226"/>
            <a:ext cx="289633" cy="227199"/>
          </a:xfrm>
          <a:custGeom>
            <a:avLst/>
            <a:gdLst>
              <a:gd name="T0" fmla="*/ 487 w 487"/>
              <a:gd name="T1" fmla="*/ 309 h 382"/>
              <a:gd name="T2" fmla="*/ 487 w 487"/>
              <a:gd name="T3" fmla="*/ 0 h 382"/>
              <a:gd name="T4" fmla="*/ 0 w 487"/>
              <a:gd name="T5" fmla="*/ 0 h 382"/>
              <a:gd name="T6" fmla="*/ 0 w 487"/>
              <a:gd name="T7" fmla="*/ 309 h 382"/>
              <a:gd name="T8" fmla="*/ 138 w 487"/>
              <a:gd name="T9" fmla="*/ 309 h 382"/>
              <a:gd name="T10" fmla="*/ 138 w 487"/>
              <a:gd name="T11" fmla="*/ 341 h 382"/>
              <a:gd name="T12" fmla="*/ 73 w 487"/>
              <a:gd name="T13" fmla="*/ 341 h 382"/>
              <a:gd name="T14" fmla="*/ 73 w 487"/>
              <a:gd name="T15" fmla="*/ 382 h 382"/>
              <a:gd name="T16" fmla="*/ 414 w 487"/>
              <a:gd name="T17" fmla="*/ 382 h 382"/>
              <a:gd name="T18" fmla="*/ 414 w 487"/>
              <a:gd name="T19" fmla="*/ 341 h 382"/>
              <a:gd name="T20" fmla="*/ 349 w 487"/>
              <a:gd name="T21" fmla="*/ 341 h 382"/>
              <a:gd name="T22" fmla="*/ 349 w 487"/>
              <a:gd name="T23" fmla="*/ 309 h 382"/>
              <a:gd name="T24" fmla="*/ 487 w 487"/>
              <a:gd name="T25" fmla="*/ 309 h 382"/>
              <a:gd name="T26" fmla="*/ 398 w 487"/>
              <a:gd name="T27" fmla="*/ 366 h 382"/>
              <a:gd name="T28" fmla="*/ 89 w 487"/>
              <a:gd name="T29" fmla="*/ 366 h 382"/>
              <a:gd name="T30" fmla="*/ 89 w 487"/>
              <a:gd name="T31" fmla="*/ 358 h 382"/>
              <a:gd name="T32" fmla="*/ 398 w 487"/>
              <a:gd name="T33" fmla="*/ 358 h 382"/>
              <a:gd name="T34" fmla="*/ 398 w 487"/>
              <a:gd name="T35" fmla="*/ 366 h 382"/>
              <a:gd name="T36" fmla="*/ 333 w 487"/>
              <a:gd name="T37" fmla="*/ 317 h 382"/>
              <a:gd name="T38" fmla="*/ 333 w 487"/>
              <a:gd name="T39" fmla="*/ 333 h 382"/>
              <a:gd name="T40" fmla="*/ 154 w 487"/>
              <a:gd name="T41" fmla="*/ 333 h 382"/>
              <a:gd name="T42" fmla="*/ 154 w 487"/>
              <a:gd name="T43" fmla="*/ 317 h 382"/>
              <a:gd name="T44" fmla="*/ 333 w 487"/>
              <a:gd name="T45" fmla="*/ 317 h 382"/>
              <a:gd name="T46" fmla="*/ 16 w 487"/>
              <a:gd name="T47" fmla="*/ 16 h 382"/>
              <a:gd name="T48" fmla="*/ 471 w 487"/>
              <a:gd name="T49" fmla="*/ 16 h 382"/>
              <a:gd name="T50" fmla="*/ 471 w 487"/>
              <a:gd name="T51" fmla="*/ 293 h 382"/>
              <a:gd name="T52" fmla="*/ 16 w 487"/>
              <a:gd name="T53" fmla="*/ 293 h 382"/>
              <a:gd name="T54" fmla="*/ 16 w 487"/>
              <a:gd name="T55" fmla="*/ 16 h 3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87" h="382">
                <a:moveTo>
                  <a:pt x="487" y="309"/>
                </a:moveTo>
                <a:lnTo>
                  <a:pt x="487" y="0"/>
                </a:lnTo>
                <a:lnTo>
                  <a:pt x="0" y="0"/>
                </a:lnTo>
                <a:lnTo>
                  <a:pt x="0" y="309"/>
                </a:lnTo>
                <a:lnTo>
                  <a:pt x="138" y="309"/>
                </a:lnTo>
                <a:lnTo>
                  <a:pt x="138" y="341"/>
                </a:lnTo>
                <a:lnTo>
                  <a:pt x="73" y="341"/>
                </a:lnTo>
                <a:lnTo>
                  <a:pt x="73" y="382"/>
                </a:lnTo>
                <a:lnTo>
                  <a:pt x="414" y="382"/>
                </a:lnTo>
                <a:lnTo>
                  <a:pt x="414" y="341"/>
                </a:lnTo>
                <a:lnTo>
                  <a:pt x="349" y="341"/>
                </a:lnTo>
                <a:lnTo>
                  <a:pt x="349" y="309"/>
                </a:lnTo>
                <a:lnTo>
                  <a:pt x="487" y="309"/>
                </a:lnTo>
                <a:close/>
                <a:moveTo>
                  <a:pt x="398" y="366"/>
                </a:moveTo>
                <a:lnTo>
                  <a:pt x="89" y="366"/>
                </a:lnTo>
                <a:lnTo>
                  <a:pt x="89" y="358"/>
                </a:lnTo>
                <a:lnTo>
                  <a:pt x="398" y="358"/>
                </a:lnTo>
                <a:lnTo>
                  <a:pt x="398" y="366"/>
                </a:lnTo>
                <a:close/>
                <a:moveTo>
                  <a:pt x="333" y="317"/>
                </a:moveTo>
                <a:lnTo>
                  <a:pt x="333" y="333"/>
                </a:lnTo>
                <a:lnTo>
                  <a:pt x="154" y="333"/>
                </a:lnTo>
                <a:lnTo>
                  <a:pt x="154" y="317"/>
                </a:lnTo>
                <a:lnTo>
                  <a:pt x="333" y="317"/>
                </a:lnTo>
                <a:close/>
                <a:moveTo>
                  <a:pt x="16" y="16"/>
                </a:moveTo>
                <a:lnTo>
                  <a:pt x="471" y="16"/>
                </a:lnTo>
                <a:lnTo>
                  <a:pt x="471" y="293"/>
                </a:lnTo>
                <a:lnTo>
                  <a:pt x="16" y="293"/>
                </a:lnTo>
                <a:lnTo>
                  <a:pt x="16" y="16"/>
                </a:lnTo>
                <a:close/>
              </a:path>
            </a:pathLst>
          </a:custGeom>
          <a:solidFill>
            <a:srgbClr val="E8772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48" tIns="44824" rIns="89648" bIns="44824" numCol="1" anchor="t" anchorCtr="0" compatLnSpc="1">
            <a:prstTxWarp prst="textNoShape">
              <a:avLst/>
            </a:prstTxWarp>
          </a:bodyPr>
          <a:lstStyle/>
          <a:p>
            <a:endParaRPr lang="en-US"/>
          </a:p>
        </p:txBody>
      </p:sp>
      <p:sp>
        <p:nvSpPr>
          <p:cNvPr id="77" name="Can 76"/>
          <p:cNvSpPr/>
          <p:nvPr/>
        </p:nvSpPr>
        <p:spPr>
          <a:xfrm>
            <a:off x="5029201" y="2170796"/>
            <a:ext cx="838199" cy="977292"/>
          </a:xfrm>
          <a:prstGeom prst="can">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Left-Right Arrow 78"/>
          <p:cNvSpPr/>
          <p:nvPr/>
        </p:nvSpPr>
        <p:spPr>
          <a:xfrm rot="2529071">
            <a:off x="4738246" y="2085849"/>
            <a:ext cx="304800" cy="76200"/>
          </a:xfrm>
          <a:prstGeom prst="lef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Left-Right Arrow 79"/>
          <p:cNvSpPr/>
          <p:nvPr/>
        </p:nvSpPr>
        <p:spPr>
          <a:xfrm rot="18756264">
            <a:off x="5846208" y="2078407"/>
            <a:ext cx="304800" cy="76200"/>
          </a:xfrm>
          <a:prstGeom prst="lef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1732753"/>
      </p:ext>
    </p:extLst>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F18F5FCC-583C-47C6-9953-2F6AD74D46AE}" type="slidenum">
              <a:rPr lang="en-US" smtClean="0"/>
              <a:pPr/>
              <a:t>4</a:t>
            </a:fld>
            <a:endParaRPr lang="en-US"/>
          </a:p>
        </p:txBody>
      </p:sp>
      <p:sp>
        <p:nvSpPr>
          <p:cNvPr id="2" name="Title 1"/>
          <p:cNvSpPr>
            <a:spLocks noGrp="1"/>
          </p:cNvSpPr>
          <p:nvPr>
            <p:ph type="title"/>
          </p:nvPr>
        </p:nvSpPr>
        <p:spPr/>
        <p:txBody>
          <a:bodyPr/>
          <a:lstStyle/>
          <a:p>
            <a:r>
              <a:rPr lang="en-US" dirty="0" smtClean="0"/>
              <a:t>6 Phases</a:t>
            </a:r>
            <a:endParaRPr lang="en-US" dirty="0"/>
          </a:p>
        </p:txBody>
      </p:sp>
      <p:grpSp>
        <p:nvGrpSpPr>
          <p:cNvPr id="41" name="Group 40"/>
          <p:cNvGrpSpPr/>
          <p:nvPr/>
        </p:nvGrpSpPr>
        <p:grpSpPr>
          <a:xfrm>
            <a:off x="499281" y="1200150"/>
            <a:ext cx="1295400" cy="3301357"/>
            <a:chOff x="2003188" y="1233488"/>
            <a:chExt cx="1629679" cy="3301357"/>
          </a:xfrm>
        </p:grpSpPr>
        <p:sp>
          <p:nvSpPr>
            <p:cNvPr id="42" name="TextBox 41"/>
            <p:cNvSpPr txBox="1"/>
            <p:nvPr/>
          </p:nvSpPr>
          <p:spPr>
            <a:xfrm>
              <a:off x="2003188" y="1757671"/>
              <a:ext cx="1629679" cy="2777174"/>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4464" tIns="107571" rIns="134464" bIns="107571" rtlCol="0" anchor="t"/>
            <a:lstStyle>
              <a:defPPr>
                <a:defRPr lang="en-US"/>
              </a:defPPr>
              <a:lvl1pPr defTabSz="932472" fontAlgn="base">
                <a:spcBef>
                  <a:spcPct val="0"/>
                </a:spcBef>
                <a:spcAft>
                  <a:spcPct val="0"/>
                </a:spcAft>
                <a:defRPr>
                  <a:gradFill>
                    <a:gsLst>
                      <a:gs pos="0">
                        <a:srgbClr val="FFFFFF"/>
                      </a:gs>
                      <a:gs pos="100000">
                        <a:srgbClr val="FFFFFF"/>
                      </a:gs>
                    </a:gsLst>
                    <a:lin ang="5400000" scaled="0"/>
                  </a:gra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100" cap="small" dirty="0" smtClean="0">
                  <a:gradFill>
                    <a:gsLst>
                      <a:gs pos="806">
                        <a:schemeClr val="tx2"/>
                      </a:gs>
                      <a:gs pos="11290">
                        <a:schemeClr val="tx2"/>
                      </a:gs>
                    </a:gsLst>
                    <a:lin ang="5400000" scaled="0"/>
                  </a:gradFill>
                  <a:cs typeface="Arial" panose="020B0604020202020204" pitchFamily="34" charset="0"/>
                </a:rPr>
                <a:t>Business Understanding</a:t>
              </a:r>
            </a:p>
            <a:p>
              <a:r>
                <a:rPr lang="en-US" sz="1100" cap="small" dirty="0" smtClean="0">
                  <a:gradFill>
                    <a:gsLst>
                      <a:gs pos="806">
                        <a:schemeClr val="tx2"/>
                      </a:gs>
                      <a:gs pos="11290">
                        <a:schemeClr val="tx2"/>
                      </a:gs>
                    </a:gsLst>
                    <a:lin ang="5400000" scaled="0"/>
                  </a:gradFill>
                  <a:cs typeface="Arial" panose="020B0604020202020204" pitchFamily="34" charset="0"/>
                </a:rPr>
                <a:t> </a:t>
              </a:r>
            </a:p>
            <a:p>
              <a:r>
                <a:rPr lang="en-US" sz="1000" dirty="0" smtClean="0">
                  <a:solidFill>
                    <a:schemeClr val="accent3"/>
                  </a:solidFill>
                </a:rPr>
                <a:t>Determine </a:t>
              </a:r>
              <a:r>
                <a:rPr lang="en-US" sz="1000" dirty="0">
                  <a:solidFill>
                    <a:schemeClr val="accent3"/>
                  </a:solidFill>
                </a:rPr>
                <a:t>Business</a:t>
              </a:r>
            </a:p>
            <a:p>
              <a:r>
                <a:rPr lang="en-US" sz="1000" dirty="0" smtClean="0">
                  <a:solidFill>
                    <a:schemeClr val="accent3"/>
                  </a:solidFill>
                </a:rPr>
                <a:t>Objectives</a:t>
              </a:r>
              <a:endParaRPr lang="en-US" sz="1000" dirty="0">
                <a:solidFill>
                  <a:schemeClr val="accent3"/>
                </a:solidFill>
              </a:endParaRPr>
            </a:p>
            <a:p>
              <a:endParaRPr lang="en-US" sz="1000" cap="small" dirty="0" smtClean="0">
                <a:solidFill>
                  <a:schemeClr val="accent3"/>
                </a:solidFill>
                <a:cs typeface="Arial" panose="020B0604020202020204" pitchFamily="34" charset="0"/>
              </a:endParaRPr>
            </a:p>
            <a:p>
              <a:r>
                <a:rPr lang="en-US" sz="1000" dirty="0">
                  <a:solidFill>
                    <a:schemeClr val="accent3"/>
                  </a:solidFill>
                </a:rPr>
                <a:t>Assess </a:t>
              </a:r>
              <a:r>
                <a:rPr lang="en-US" sz="1000" dirty="0" smtClean="0">
                  <a:solidFill>
                    <a:schemeClr val="accent3"/>
                  </a:solidFill>
                </a:rPr>
                <a:t>Situation</a:t>
              </a:r>
              <a:endParaRPr lang="en-US" sz="1000" dirty="0">
                <a:solidFill>
                  <a:schemeClr val="accent3"/>
                </a:solidFill>
              </a:endParaRPr>
            </a:p>
            <a:p>
              <a:endParaRPr lang="en-US" sz="1000" cap="small" dirty="0" smtClean="0">
                <a:solidFill>
                  <a:schemeClr val="accent3"/>
                </a:solidFill>
                <a:cs typeface="Arial" panose="020B0604020202020204" pitchFamily="34" charset="0"/>
              </a:endParaRPr>
            </a:p>
            <a:p>
              <a:r>
                <a:rPr lang="en-US" sz="1000" dirty="0">
                  <a:solidFill>
                    <a:schemeClr val="accent3"/>
                  </a:solidFill>
                </a:rPr>
                <a:t>Determine Data Mining</a:t>
              </a:r>
            </a:p>
            <a:p>
              <a:r>
                <a:rPr lang="en-US" sz="1000" dirty="0" smtClean="0">
                  <a:solidFill>
                    <a:schemeClr val="accent3"/>
                  </a:solidFill>
                </a:rPr>
                <a:t>Goals</a:t>
              </a:r>
            </a:p>
            <a:p>
              <a:endParaRPr lang="en-US" sz="1000" b="1" cap="small" dirty="0">
                <a:solidFill>
                  <a:schemeClr val="accent3"/>
                </a:solidFill>
                <a:cs typeface="Arial" panose="020B0604020202020204" pitchFamily="34" charset="0"/>
              </a:endParaRPr>
            </a:p>
            <a:p>
              <a:r>
                <a:rPr lang="en-US" sz="1000" dirty="0">
                  <a:solidFill>
                    <a:schemeClr val="accent3"/>
                  </a:solidFill>
                </a:rPr>
                <a:t>Produce Project Plan</a:t>
              </a:r>
              <a:endParaRPr lang="en-US" sz="1000" cap="small" dirty="0">
                <a:solidFill>
                  <a:schemeClr val="accent3"/>
                </a:solidFill>
                <a:cs typeface="Arial" panose="020B0604020202020204" pitchFamily="34" charset="0"/>
              </a:endParaRPr>
            </a:p>
          </p:txBody>
        </p:sp>
        <p:sp>
          <p:nvSpPr>
            <p:cNvPr id="43" name="Rectangle 42"/>
            <p:cNvSpPr/>
            <p:nvPr/>
          </p:nvSpPr>
          <p:spPr bwMode="auto">
            <a:xfrm>
              <a:off x="2003188" y="1233488"/>
              <a:ext cx="1629679" cy="524183"/>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defTabSz="685907" fontAlgn="base">
                <a:lnSpc>
                  <a:spcPct val="90000"/>
                </a:lnSpc>
                <a:spcBef>
                  <a:spcPct val="0"/>
                </a:spcBef>
                <a:spcAft>
                  <a:spcPct val="0"/>
                </a:spcAft>
              </a:pPr>
              <a:endParaRPr lang="en-US" sz="1471" dirty="0">
                <a:gradFill>
                  <a:gsLst>
                    <a:gs pos="0">
                      <a:srgbClr val="FFFFFF"/>
                    </a:gs>
                    <a:gs pos="100000">
                      <a:srgbClr val="FFFFFF"/>
                    </a:gs>
                  </a:gsLst>
                  <a:lin ang="5400000" scaled="0"/>
                </a:gradFill>
                <a:ea typeface="Segoe UI" pitchFamily="34" charset="0"/>
                <a:cs typeface="Arial" panose="020B0604020202020204" pitchFamily="34" charset="0"/>
              </a:endParaRPr>
            </a:p>
          </p:txBody>
        </p:sp>
      </p:grpSp>
      <p:grpSp>
        <p:nvGrpSpPr>
          <p:cNvPr id="69" name="Group 68"/>
          <p:cNvGrpSpPr/>
          <p:nvPr/>
        </p:nvGrpSpPr>
        <p:grpSpPr>
          <a:xfrm>
            <a:off x="3411940" y="1200150"/>
            <a:ext cx="1295400" cy="3301357"/>
            <a:chOff x="2003188" y="1233488"/>
            <a:chExt cx="1629679" cy="3301357"/>
          </a:xfrm>
        </p:grpSpPr>
        <p:sp>
          <p:nvSpPr>
            <p:cNvPr id="70" name="TextBox 69"/>
            <p:cNvSpPr txBox="1"/>
            <p:nvPr/>
          </p:nvSpPr>
          <p:spPr>
            <a:xfrm>
              <a:off x="2003188" y="1757671"/>
              <a:ext cx="1629679" cy="2777174"/>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4464" tIns="107571" rIns="134464" bIns="107571" rtlCol="0" anchor="t"/>
            <a:lstStyle>
              <a:defPPr>
                <a:defRPr lang="en-US"/>
              </a:defPPr>
              <a:lvl1pPr defTabSz="932472" fontAlgn="base">
                <a:spcBef>
                  <a:spcPct val="0"/>
                </a:spcBef>
                <a:spcAft>
                  <a:spcPct val="0"/>
                </a:spcAft>
                <a:defRPr>
                  <a:gradFill>
                    <a:gsLst>
                      <a:gs pos="0">
                        <a:srgbClr val="FFFFFF"/>
                      </a:gs>
                      <a:gs pos="100000">
                        <a:srgbClr val="FFFFFF"/>
                      </a:gs>
                    </a:gsLst>
                    <a:lin ang="5400000" scaled="0"/>
                  </a:gra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100" cap="small" dirty="0" smtClean="0">
                  <a:gradFill>
                    <a:gsLst>
                      <a:gs pos="806">
                        <a:schemeClr val="tx2"/>
                      </a:gs>
                      <a:gs pos="11290">
                        <a:schemeClr val="tx2"/>
                      </a:gs>
                    </a:gsLst>
                    <a:lin ang="5400000" scaled="0"/>
                  </a:gradFill>
                  <a:ea typeface="+mn-ea"/>
                  <a:cs typeface="Arial" panose="020B0604020202020204" pitchFamily="34" charset="0"/>
                </a:rPr>
                <a:t>Data Preparation</a:t>
              </a:r>
            </a:p>
            <a:p>
              <a:endParaRPr lang="en-US" sz="1100" cap="small" dirty="0">
                <a:gradFill>
                  <a:gsLst>
                    <a:gs pos="806">
                      <a:schemeClr val="tx2"/>
                    </a:gs>
                    <a:gs pos="11290">
                      <a:schemeClr val="tx2"/>
                    </a:gs>
                  </a:gsLst>
                  <a:lin ang="5400000" scaled="0"/>
                </a:gradFill>
                <a:ea typeface="+mn-ea"/>
                <a:cs typeface="Arial" panose="020B0604020202020204" pitchFamily="34" charset="0"/>
              </a:endParaRPr>
            </a:p>
            <a:p>
              <a:r>
                <a:rPr lang="en-US" sz="1000" dirty="0" smtClean="0">
                  <a:solidFill>
                    <a:schemeClr val="accent3"/>
                  </a:solidFill>
                </a:rPr>
                <a:t>“Data Set”</a:t>
              </a:r>
            </a:p>
            <a:p>
              <a:endParaRPr lang="en-US" sz="1000" cap="small" dirty="0">
                <a:solidFill>
                  <a:schemeClr val="accent3"/>
                </a:solidFill>
                <a:ea typeface="+mn-ea"/>
                <a:cs typeface="Arial" panose="020B0604020202020204" pitchFamily="34" charset="0"/>
              </a:endParaRPr>
            </a:p>
            <a:p>
              <a:r>
                <a:rPr lang="en-US" sz="1000" dirty="0">
                  <a:solidFill>
                    <a:schemeClr val="accent3"/>
                  </a:solidFill>
                </a:rPr>
                <a:t>Select </a:t>
              </a:r>
              <a:r>
                <a:rPr lang="en-US" sz="1000" dirty="0" smtClean="0">
                  <a:solidFill>
                    <a:schemeClr val="accent3"/>
                  </a:solidFill>
                </a:rPr>
                <a:t>Data</a:t>
              </a:r>
            </a:p>
            <a:p>
              <a:endParaRPr lang="en-US" sz="1000" cap="small" dirty="0">
                <a:solidFill>
                  <a:schemeClr val="accent3"/>
                </a:solidFill>
                <a:ea typeface="+mn-ea"/>
                <a:cs typeface="Arial" panose="020B0604020202020204" pitchFamily="34" charset="0"/>
              </a:endParaRPr>
            </a:p>
            <a:p>
              <a:r>
                <a:rPr lang="en-US" sz="1000" dirty="0">
                  <a:solidFill>
                    <a:schemeClr val="accent3"/>
                  </a:solidFill>
                </a:rPr>
                <a:t>Clean </a:t>
              </a:r>
              <a:r>
                <a:rPr lang="en-US" sz="1000" dirty="0" smtClean="0">
                  <a:solidFill>
                    <a:schemeClr val="accent3"/>
                  </a:solidFill>
                </a:rPr>
                <a:t>Data</a:t>
              </a:r>
            </a:p>
            <a:p>
              <a:endParaRPr lang="en-US" sz="1000" cap="small" dirty="0">
                <a:solidFill>
                  <a:schemeClr val="accent3"/>
                </a:solidFill>
                <a:ea typeface="+mn-ea"/>
                <a:cs typeface="Arial" panose="020B0604020202020204" pitchFamily="34" charset="0"/>
              </a:endParaRPr>
            </a:p>
            <a:p>
              <a:r>
                <a:rPr lang="en-US" sz="1000" dirty="0">
                  <a:solidFill>
                    <a:schemeClr val="accent3"/>
                  </a:solidFill>
                </a:rPr>
                <a:t>Construct </a:t>
              </a:r>
              <a:r>
                <a:rPr lang="en-US" sz="1000" dirty="0" smtClean="0">
                  <a:solidFill>
                    <a:schemeClr val="accent3"/>
                  </a:solidFill>
                </a:rPr>
                <a:t>Data</a:t>
              </a:r>
            </a:p>
            <a:p>
              <a:endParaRPr lang="en-US" sz="1000" cap="small" dirty="0">
                <a:solidFill>
                  <a:schemeClr val="accent3"/>
                </a:solidFill>
                <a:ea typeface="+mn-ea"/>
                <a:cs typeface="Arial" panose="020B0604020202020204" pitchFamily="34" charset="0"/>
              </a:endParaRPr>
            </a:p>
            <a:p>
              <a:r>
                <a:rPr lang="en-US" sz="1000" dirty="0">
                  <a:solidFill>
                    <a:schemeClr val="accent3"/>
                  </a:solidFill>
                </a:rPr>
                <a:t>Integrate </a:t>
              </a:r>
              <a:r>
                <a:rPr lang="en-US" sz="1000" dirty="0" smtClean="0">
                  <a:solidFill>
                    <a:schemeClr val="accent3"/>
                  </a:solidFill>
                </a:rPr>
                <a:t>Data</a:t>
              </a:r>
            </a:p>
            <a:p>
              <a:endParaRPr lang="en-US" sz="1000" cap="small" dirty="0">
                <a:solidFill>
                  <a:schemeClr val="accent3"/>
                </a:solidFill>
                <a:ea typeface="+mn-ea"/>
                <a:cs typeface="Arial" panose="020B0604020202020204" pitchFamily="34" charset="0"/>
              </a:endParaRPr>
            </a:p>
            <a:p>
              <a:r>
                <a:rPr lang="en-US" sz="1000" dirty="0">
                  <a:solidFill>
                    <a:schemeClr val="accent3"/>
                  </a:solidFill>
                </a:rPr>
                <a:t>Format Data</a:t>
              </a:r>
              <a:endParaRPr lang="en-US" sz="1000" cap="small" dirty="0">
                <a:solidFill>
                  <a:schemeClr val="accent3"/>
                </a:solidFill>
                <a:ea typeface="+mn-ea"/>
                <a:cs typeface="Arial" panose="020B0604020202020204" pitchFamily="34" charset="0"/>
              </a:endParaRPr>
            </a:p>
            <a:p>
              <a:pPr>
                <a:spcBef>
                  <a:spcPts val="441"/>
                </a:spcBef>
              </a:pPr>
              <a:endParaRPr lang="en-US" sz="1100" dirty="0">
                <a:gradFill>
                  <a:gsLst>
                    <a:gs pos="10484">
                      <a:schemeClr val="tx1"/>
                    </a:gs>
                    <a:gs pos="31000">
                      <a:schemeClr val="tx1"/>
                    </a:gs>
                  </a:gsLst>
                  <a:lin ang="5400000" scaled="0"/>
                </a:gradFill>
                <a:cs typeface="Arial" panose="020B0604020202020204" pitchFamily="34" charset="0"/>
              </a:endParaRPr>
            </a:p>
          </p:txBody>
        </p:sp>
        <p:sp>
          <p:nvSpPr>
            <p:cNvPr id="71" name="Rectangle 70"/>
            <p:cNvSpPr/>
            <p:nvPr/>
          </p:nvSpPr>
          <p:spPr bwMode="auto">
            <a:xfrm>
              <a:off x="2003188" y="1233488"/>
              <a:ext cx="1629679" cy="524183"/>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defTabSz="685907" fontAlgn="base">
                <a:lnSpc>
                  <a:spcPct val="90000"/>
                </a:lnSpc>
                <a:spcBef>
                  <a:spcPct val="0"/>
                </a:spcBef>
                <a:spcAft>
                  <a:spcPct val="0"/>
                </a:spcAft>
              </a:pPr>
              <a:endParaRPr lang="en-US" sz="1471" dirty="0">
                <a:gradFill>
                  <a:gsLst>
                    <a:gs pos="0">
                      <a:srgbClr val="FFFFFF"/>
                    </a:gs>
                    <a:gs pos="100000">
                      <a:srgbClr val="FFFFFF"/>
                    </a:gs>
                  </a:gsLst>
                  <a:lin ang="5400000" scaled="0"/>
                </a:gradFill>
                <a:ea typeface="Segoe UI" pitchFamily="34" charset="0"/>
                <a:cs typeface="Arial" panose="020B0604020202020204" pitchFamily="34" charset="0"/>
              </a:endParaRPr>
            </a:p>
          </p:txBody>
        </p:sp>
      </p:grpSp>
      <p:grpSp>
        <p:nvGrpSpPr>
          <p:cNvPr id="72" name="Group 71"/>
          <p:cNvGrpSpPr/>
          <p:nvPr/>
        </p:nvGrpSpPr>
        <p:grpSpPr>
          <a:xfrm>
            <a:off x="4800601" y="1200150"/>
            <a:ext cx="1295400" cy="3301357"/>
            <a:chOff x="2003188" y="1233488"/>
            <a:chExt cx="1629679" cy="3301357"/>
          </a:xfrm>
        </p:grpSpPr>
        <p:sp>
          <p:nvSpPr>
            <p:cNvPr id="73" name="TextBox 72"/>
            <p:cNvSpPr txBox="1"/>
            <p:nvPr/>
          </p:nvSpPr>
          <p:spPr>
            <a:xfrm>
              <a:off x="2003188" y="1757671"/>
              <a:ext cx="1629679" cy="2777174"/>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4464" tIns="107571" rIns="134464" bIns="107571" rtlCol="0" anchor="t"/>
            <a:lstStyle>
              <a:defPPr>
                <a:defRPr lang="en-US"/>
              </a:defPPr>
              <a:lvl1pPr defTabSz="932472" fontAlgn="base">
                <a:spcBef>
                  <a:spcPct val="0"/>
                </a:spcBef>
                <a:spcAft>
                  <a:spcPct val="0"/>
                </a:spcAft>
                <a:defRPr>
                  <a:gradFill>
                    <a:gsLst>
                      <a:gs pos="0">
                        <a:srgbClr val="FFFFFF"/>
                      </a:gs>
                      <a:gs pos="100000">
                        <a:srgbClr val="FFFFFF"/>
                      </a:gs>
                    </a:gsLst>
                    <a:lin ang="5400000" scaled="0"/>
                  </a:gra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100" cap="small" dirty="0" smtClean="0">
                  <a:gradFill>
                    <a:gsLst>
                      <a:gs pos="806">
                        <a:schemeClr val="tx2"/>
                      </a:gs>
                      <a:gs pos="11290">
                        <a:schemeClr val="tx2"/>
                      </a:gs>
                    </a:gsLst>
                    <a:lin ang="5400000" scaled="0"/>
                  </a:gradFill>
                  <a:cs typeface="Arial" panose="020B0604020202020204" pitchFamily="34" charset="0"/>
                </a:rPr>
                <a:t>Modeling</a:t>
              </a:r>
            </a:p>
            <a:p>
              <a:endParaRPr lang="en-US" sz="1100" cap="small" dirty="0">
                <a:gradFill>
                  <a:gsLst>
                    <a:gs pos="806">
                      <a:schemeClr val="tx2"/>
                    </a:gs>
                    <a:gs pos="11290">
                      <a:schemeClr val="tx2"/>
                    </a:gs>
                  </a:gsLst>
                  <a:lin ang="5400000" scaled="0"/>
                </a:gradFill>
                <a:cs typeface="Arial" panose="020B0604020202020204" pitchFamily="34" charset="0"/>
              </a:endParaRPr>
            </a:p>
            <a:p>
              <a:r>
                <a:rPr lang="en-US" sz="1000" dirty="0">
                  <a:solidFill>
                    <a:schemeClr val="accent3"/>
                  </a:solidFill>
                </a:rPr>
                <a:t>Select Modeling</a:t>
              </a:r>
            </a:p>
            <a:p>
              <a:r>
                <a:rPr lang="en-US" sz="1000" dirty="0" smtClean="0">
                  <a:solidFill>
                    <a:schemeClr val="accent3"/>
                  </a:solidFill>
                </a:rPr>
                <a:t>Technique</a:t>
              </a:r>
            </a:p>
            <a:p>
              <a:endParaRPr lang="en-US" sz="1000" dirty="0">
                <a:solidFill>
                  <a:schemeClr val="accent3"/>
                </a:solidFill>
                <a:cs typeface="Arial" panose="020B0604020202020204" pitchFamily="34" charset="0"/>
              </a:endParaRPr>
            </a:p>
            <a:p>
              <a:r>
                <a:rPr lang="en-US" sz="1000" dirty="0">
                  <a:solidFill>
                    <a:schemeClr val="accent3"/>
                  </a:solidFill>
                </a:rPr>
                <a:t>Generate Test </a:t>
              </a:r>
              <a:r>
                <a:rPr lang="en-US" sz="1000" dirty="0" smtClean="0">
                  <a:solidFill>
                    <a:schemeClr val="accent3"/>
                  </a:solidFill>
                </a:rPr>
                <a:t>Design</a:t>
              </a:r>
            </a:p>
            <a:p>
              <a:endParaRPr lang="en-US" sz="1000" dirty="0">
                <a:solidFill>
                  <a:schemeClr val="accent3"/>
                </a:solidFill>
                <a:cs typeface="Arial" panose="020B0604020202020204" pitchFamily="34" charset="0"/>
              </a:endParaRPr>
            </a:p>
            <a:p>
              <a:r>
                <a:rPr lang="en-US" sz="1000" dirty="0">
                  <a:solidFill>
                    <a:schemeClr val="accent3"/>
                  </a:solidFill>
                </a:rPr>
                <a:t>Build Model Parameter</a:t>
              </a:r>
            </a:p>
            <a:p>
              <a:r>
                <a:rPr lang="en-US" sz="1000" dirty="0" smtClean="0">
                  <a:solidFill>
                    <a:schemeClr val="accent3"/>
                  </a:solidFill>
                </a:rPr>
                <a:t>Settings</a:t>
              </a:r>
            </a:p>
            <a:p>
              <a:endParaRPr lang="en-US" sz="1000" dirty="0">
                <a:solidFill>
                  <a:schemeClr val="accent3"/>
                </a:solidFill>
                <a:cs typeface="Arial" panose="020B0604020202020204" pitchFamily="34" charset="0"/>
              </a:endParaRPr>
            </a:p>
            <a:p>
              <a:r>
                <a:rPr lang="en-US" sz="1000" dirty="0">
                  <a:solidFill>
                    <a:schemeClr val="accent3"/>
                  </a:solidFill>
                </a:rPr>
                <a:t>Assess Model</a:t>
              </a:r>
              <a:endParaRPr lang="en-US" sz="1000" dirty="0">
                <a:solidFill>
                  <a:schemeClr val="accent3"/>
                </a:solidFill>
                <a:cs typeface="Arial" panose="020B0604020202020204" pitchFamily="34" charset="0"/>
              </a:endParaRPr>
            </a:p>
          </p:txBody>
        </p:sp>
        <p:sp>
          <p:nvSpPr>
            <p:cNvPr id="74" name="Rectangle 73"/>
            <p:cNvSpPr/>
            <p:nvPr/>
          </p:nvSpPr>
          <p:spPr bwMode="auto">
            <a:xfrm>
              <a:off x="2003188" y="1233488"/>
              <a:ext cx="1629679" cy="524183"/>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defTabSz="685907" fontAlgn="base">
                <a:lnSpc>
                  <a:spcPct val="90000"/>
                </a:lnSpc>
                <a:spcBef>
                  <a:spcPct val="0"/>
                </a:spcBef>
                <a:spcAft>
                  <a:spcPct val="0"/>
                </a:spcAft>
              </a:pPr>
              <a:endParaRPr lang="en-US" sz="1471" dirty="0">
                <a:gradFill>
                  <a:gsLst>
                    <a:gs pos="0">
                      <a:srgbClr val="FFFFFF"/>
                    </a:gs>
                    <a:gs pos="100000">
                      <a:srgbClr val="FFFFFF"/>
                    </a:gs>
                  </a:gsLst>
                  <a:lin ang="5400000" scaled="0"/>
                </a:gradFill>
                <a:ea typeface="Segoe UI" pitchFamily="34" charset="0"/>
                <a:cs typeface="Arial" panose="020B0604020202020204" pitchFamily="34" charset="0"/>
              </a:endParaRPr>
            </a:p>
          </p:txBody>
        </p:sp>
      </p:grpSp>
      <p:grpSp>
        <p:nvGrpSpPr>
          <p:cNvPr id="75" name="Group 74"/>
          <p:cNvGrpSpPr/>
          <p:nvPr/>
        </p:nvGrpSpPr>
        <p:grpSpPr>
          <a:xfrm>
            <a:off x="6172200" y="1200150"/>
            <a:ext cx="1295400" cy="3301357"/>
            <a:chOff x="2003188" y="1233488"/>
            <a:chExt cx="1629679" cy="3301357"/>
          </a:xfrm>
        </p:grpSpPr>
        <p:sp>
          <p:nvSpPr>
            <p:cNvPr id="76" name="TextBox 75"/>
            <p:cNvSpPr txBox="1"/>
            <p:nvPr/>
          </p:nvSpPr>
          <p:spPr>
            <a:xfrm>
              <a:off x="2003188" y="1757671"/>
              <a:ext cx="1629679" cy="2777174"/>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4464" tIns="107571" rIns="134464" bIns="107571" rtlCol="0" anchor="t"/>
            <a:lstStyle>
              <a:defPPr>
                <a:defRPr lang="en-US"/>
              </a:defPPr>
              <a:lvl1pPr defTabSz="932472" fontAlgn="base">
                <a:spcBef>
                  <a:spcPct val="0"/>
                </a:spcBef>
                <a:spcAft>
                  <a:spcPct val="0"/>
                </a:spcAft>
                <a:defRPr>
                  <a:gradFill>
                    <a:gsLst>
                      <a:gs pos="0">
                        <a:srgbClr val="FFFFFF"/>
                      </a:gs>
                      <a:gs pos="100000">
                        <a:srgbClr val="FFFFFF"/>
                      </a:gs>
                    </a:gsLst>
                    <a:lin ang="5400000" scaled="0"/>
                  </a:gra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100" cap="small" dirty="0" smtClean="0">
                  <a:gradFill>
                    <a:gsLst>
                      <a:gs pos="806">
                        <a:schemeClr val="tx2"/>
                      </a:gs>
                      <a:gs pos="11290">
                        <a:schemeClr val="tx2"/>
                      </a:gs>
                    </a:gsLst>
                    <a:lin ang="5400000" scaled="0"/>
                  </a:gradFill>
                  <a:cs typeface="Arial" panose="020B0604020202020204" pitchFamily="34" charset="0"/>
                </a:rPr>
                <a:t>Evaluation</a:t>
              </a:r>
            </a:p>
            <a:p>
              <a:endParaRPr lang="en-US" sz="1100" cap="small" dirty="0">
                <a:gradFill>
                  <a:gsLst>
                    <a:gs pos="806">
                      <a:schemeClr val="tx2"/>
                    </a:gs>
                    <a:gs pos="11290">
                      <a:schemeClr val="tx2"/>
                    </a:gs>
                  </a:gsLst>
                  <a:lin ang="5400000" scaled="0"/>
                </a:gradFill>
                <a:ea typeface="+mn-ea"/>
                <a:cs typeface="Arial" panose="020B0604020202020204" pitchFamily="34" charset="0"/>
              </a:endParaRPr>
            </a:p>
            <a:p>
              <a:r>
                <a:rPr lang="en-US" sz="1000" dirty="0">
                  <a:solidFill>
                    <a:schemeClr val="accent3"/>
                  </a:solidFill>
                </a:rPr>
                <a:t>Evaluate </a:t>
              </a:r>
              <a:r>
                <a:rPr lang="en-US" sz="1000" dirty="0" smtClean="0">
                  <a:solidFill>
                    <a:schemeClr val="accent3"/>
                  </a:solidFill>
                </a:rPr>
                <a:t>Results</a:t>
              </a:r>
            </a:p>
            <a:p>
              <a:endParaRPr lang="en-US" sz="1000" cap="small" dirty="0">
                <a:solidFill>
                  <a:schemeClr val="accent3"/>
                </a:solidFill>
                <a:ea typeface="+mn-ea"/>
                <a:cs typeface="Arial" panose="020B0604020202020204" pitchFamily="34" charset="0"/>
              </a:endParaRPr>
            </a:p>
            <a:p>
              <a:r>
                <a:rPr lang="en-US" sz="1000" dirty="0">
                  <a:solidFill>
                    <a:schemeClr val="accent3"/>
                  </a:solidFill>
                </a:rPr>
                <a:t>Approved </a:t>
              </a:r>
              <a:r>
                <a:rPr lang="en-US" sz="1000" dirty="0" smtClean="0">
                  <a:solidFill>
                    <a:schemeClr val="accent3"/>
                  </a:solidFill>
                </a:rPr>
                <a:t>Models</a:t>
              </a:r>
            </a:p>
            <a:p>
              <a:endParaRPr lang="en-US" sz="1000" cap="small" dirty="0">
                <a:solidFill>
                  <a:schemeClr val="accent3"/>
                </a:solidFill>
                <a:ea typeface="+mn-ea"/>
                <a:cs typeface="Arial" panose="020B0604020202020204" pitchFamily="34" charset="0"/>
              </a:endParaRPr>
            </a:p>
            <a:p>
              <a:r>
                <a:rPr lang="en-US" sz="1000" dirty="0">
                  <a:solidFill>
                    <a:schemeClr val="accent3"/>
                  </a:solidFill>
                </a:rPr>
                <a:t>Determine Next Steps</a:t>
              </a:r>
              <a:endParaRPr lang="en-US" sz="1000" cap="small" dirty="0">
                <a:solidFill>
                  <a:schemeClr val="accent3"/>
                </a:solidFill>
                <a:ea typeface="+mn-ea"/>
                <a:cs typeface="Arial" panose="020B0604020202020204" pitchFamily="34" charset="0"/>
              </a:endParaRPr>
            </a:p>
          </p:txBody>
        </p:sp>
        <p:sp>
          <p:nvSpPr>
            <p:cNvPr id="77" name="Rectangle 76"/>
            <p:cNvSpPr/>
            <p:nvPr/>
          </p:nvSpPr>
          <p:spPr bwMode="auto">
            <a:xfrm>
              <a:off x="2003188" y="1233488"/>
              <a:ext cx="1629679" cy="524183"/>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defTabSz="685907" fontAlgn="base">
                <a:lnSpc>
                  <a:spcPct val="90000"/>
                </a:lnSpc>
                <a:spcBef>
                  <a:spcPct val="0"/>
                </a:spcBef>
                <a:spcAft>
                  <a:spcPct val="0"/>
                </a:spcAft>
              </a:pPr>
              <a:endParaRPr lang="en-US" sz="1471" dirty="0">
                <a:gradFill>
                  <a:gsLst>
                    <a:gs pos="0">
                      <a:srgbClr val="FFFFFF"/>
                    </a:gs>
                    <a:gs pos="100000">
                      <a:srgbClr val="FFFFFF"/>
                    </a:gs>
                  </a:gsLst>
                  <a:lin ang="5400000" scaled="0"/>
                </a:gradFill>
                <a:ea typeface="Segoe UI" pitchFamily="34" charset="0"/>
                <a:cs typeface="Arial" panose="020B0604020202020204" pitchFamily="34" charset="0"/>
              </a:endParaRPr>
            </a:p>
          </p:txBody>
        </p:sp>
      </p:grpSp>
      <p:grpSp>
        <p:nvGrpSpPr>
          <p:cNvPr id="78" name="Group 77"/>
          <p:cNvGrpSpPr/>
          <p:nvPr/>
        </p:nvGrpSpPr>
        <p:grpSpPr>
          <a:xfrm>
            <a:off x="7543800" y="1200150"/>
            <a:ext cx="1295400" cy="3301357"/>
            <a:chOff x="2003188" y="1233488"/>
            <a:chExt cx="1629679" cy="3301357"/>
          </a:xfrm>
        </p:grpSpPr>
        <p:sp>
          <p:nvSpPr>
            <p:cNvPr id="79" name="TextBox 78"/>
            <p:cNvSpPr txBox="1"/>
            <p:nvPr/>
          </p:nvSpPr>
          <p:spPr>
            <a:xfrm>
              <a:off x="2003188" y="1757671"/>
              <a:ext cx="1629679" cy="2777174"/>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4464" tIns="107571" rIns="134464" bIns="107571" rtlCol="0" anchor="t"/>
            <a:lstStyle>
              <a:defPPr>
                <a:defRPr lang="en-US"/>
              </a:defPPr>
              <a:lvl1pPr defTabSz="932472" fontAlgn="base">
                <a:spcBef>
                  <a:spcPct val="0"/>
                </a:spcBef>
                <a:spcAft>
                  <a:spcPct val="0"/>
                </a:spcAft>
                <a:defRPr>
                  <a:gradFill>
                    <a:gsLst>
                      <a:gs pos="0">
                        <a:srgbClr val="FFFFFF"/>
                      </a:gs>
                      <a:gs pos="100000">
                        <a:srgbClr val="FFFFFF"/>
                      </a:gs>
                    </a:gsLst>
                    <a:lin ang="5400000" scaled="0"/>
                  </a:gra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100" cap="small" dirty="0" smtClean="0">
                  <a:gradFill>
                    <a:gsLst>
                      <a:gs pos="806">
                        <a:schemeClr val="tx2"/>
                      </a:gs>
                      <a:gs pos="11290">
                        <a:schemeClr val="tx2"/>
                      </a:gs>
                    </a:gsLst>
                    <a:lin ang="5400000" scaled="0"/>
                  </a:gradFill>
                  <a:ea typeface="+mn-ea"/>
                  <a:cs typeface="Arial" panose="020B0604020202020204" pitchFamily="34" charset="0"/>
                </a:rPr>
                <a:t>Deployment</a:t>
              </a:r>
            </a:p>
            <a:p>
              <a:endParaRPr lang="en-US" sz="1100" cap="small" dirty="0">
                <a:gradFill>
                  <a:gsLst>
                    <a:gs pos="806">
                      <a:schemeClr val="tx2"/>
                    </a:gs>
                    <a:gs pos="11290">
                      <a:schemeClr val="tx2"/>
                    </a:gs>
                  </a:gsLst>
                  <a:lin ang="5400000" scaled="0"/>
                </a:gradFill>
                <a:ea typeface="+mn-ea"/>
                <a:cs typeface="Arial" panose="020B0604020202020204" pitchFamily="34" charset="0"/>
              </a:endParaRPr>
            </a:p>
            <a:p>
              <a:r>
                <a:rPr lang="en-US" sz="1000" dirty="0">
                  <a:solidFill>
                    <a:schemeClr val="accent3"/>
                  </a:solidFill>
                </a:rPr>
                <a:t>Plan </a:t>
              </a:r>
              <a:r>
                <a:rPr lang="en-US" sz="1000" dirty="0" smtClean="0">
                  <a:solidFill>
                    <a:schemeClr val="accent3"/>
                  </a:solidFill>
                </a:rPr>
                <a:t>Deployment</a:t>
              </a:r>
            </a:p>
            <a:p>
              <a:endParaRPr lang="en-US" sz="1000" cap="small" dirty="0">
                <a:solidFill>
                  <a:schemeClr val="accent3"/>
                </a:solidFill>
                <a:ea typeface="+mn-ea"/>
                <a:cs typeface="Arial" panose="020B0604020202020204" pitchFamily="34" charset="0"/>
              </a:endParaRPr>
            </a:p>
            <a:p>
              <a:r>
                <a:rPr lang="en-US" sz="1000" dirty="0">
                  <a:solidFill>
                    <a:schemeClr val="accent3"/>
                  </a:solidFill>
                </a:rPr>
                <a:t>Plan Monitoring and</a:t>
              </a:r>
            </a:p>
            <a:p>
              <a:r>
                <a:rPr lang="en-US" sz="1000" dirty="0" smtClean="0">
                  <a:solidFill>
                    <a:schemeClr val="accent3"/>
                  </a:solidFill>
                </a:rPr>
                <a:t>Maintenance</a:t>
              </a:r>
            </a:p>
            <a:p>
              <a:endParaRPr lang="en-US" sz="1000" cap="small" dirty="0">
                <a:solidFill>
                  <a:schemeClr val="accent3"/>
                </a:solidFill>
                <a:ea typeface="+mn-ea"/>
                <a:cs typeface="Arial" panose="020B0604020202020204" pitchFamily="34" charset="0"/>
              </a:endParaRPr>
            </a:p>
            <a:p>
              <a:r>
                <a:rPr lang="en-US" sz="1000" dirty="0">
                  <a:solidFill>
                    <a:schemeClr val="accent3"/>
                  </a:solidFill>
                </a:rPr>
                <a:t>Produce Final </a:t>
              </a:r>
              <a:r>
                <a:rPr lang="en-US" sz="1000" dirty="0" smtClean="0">
                  <a:solidFill>
                    <a:schemeClr val="accent3"/>
                  </a:solidFill>
                </a:rPr>
                <a:t>Report</a:t>
              </a:r>
            </a:p>
            <a:p>
              <a:endParaRPr lang="en-US" sz="1000" cap="small" dirty="0">
                <a:solidFill>
                  <a:schemeClr val="accent3"/>
                </a:solidFill>
                <a:ea typeface="+mn-ea"/>
                <a:cs typeface="Arial" panose="020B0604020202020204" pitchFamily="34" charset="0"/>
              </a:endParaRPr>
            </a:p>
            <a:p>
              <a:r>
                <a:rPr lang="en-US" sz="1000" dirty="0">
                  <a:solidFill>
                    <a:schemeClr val="accent3"/>
                  </a:solidFill>
                </a:rPr>
                <a:t>Review Project</a:t>
              </a:r>
              <a:endParaRPr lang="en-US" sz="1000" cap="small" dirty="0">
                <a:solidFill>
                  <a:schemeClr val="accent3"/>
                </a:solidFill>
                <a:ea typeface="+mn-ea"/>
                <a:cs typeface="Arial" panose="020B0604020202020204" pitchFamily="34" charset="0"/>
              </a:endParaRPr>
            </a:p>
          </p:txBody>
        </p:sp>
        <p:sp>
          <p:nvSpPr>
            <p:cNvPr id="80" name="Rectangle 79"/>
            <p:cNvSpPr/>
            <p:nvPr/>
          </p:nvSpPr>
          <p:spPr bwMode="auto">
            <a:xfrm>
              <a:off x="2003188" y="1233488"/>
              <a:ext cx="1629679" cy="524183"/>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defTabSz="685907" fontAlgn="base">
                <a:lnSpc>
                  <a:spcPct val="90000"/>
                </a:lnSpc>
                <a:spcBef>
                  <a:spcPct val="0"/>
                </a:spcBef>
                <a:spcAft>
                  <a:spcPct val="0"/>
                </a:spcAft>
              </a:pPr>
              <a:endParaRPr lang="en-US" sz="1471" dirty="0">
                <a:gradFill>
                  <a:gsLst>
                    <a:gs pos="0">
                      <a:srgbClr val="FFFFFF"/>
                    </a:gs>
                    <a:gs pos="100000">
                      <a:srgbClr val="FFFFFF"/>
                    </a:gs>
                  </a:gsLst>
                  <a:lin ang="5400000" scaled="0"/>
                </a:gradFill>
                <a:ea typeface="Segoe UI" pitchFamily="34" charset="0"/>
                <a:cs typeface="Arial" panose="020B0604020202020204" pitchFamily="34" charset="0"/>
              </a:endParaRPr>
            </a:p>
          </p:txBody>
        </p:sp>
      </p:grpSp>
      <p:grpSp>
        <p:nvGrpSpPr>
          <p:cNvPr id="81" name="Group 80"/>
          <p:cNvGrpSpPr/>
          <p:nvPr/>
        </p:nvGrpSpPr>
        <p:grpSpPr>
          <a:xfrm>
            <a:off x="1981200" y="1200150"/>
            <a:ext cx="1295400" cy="3301357"/>
            <a:chOff x="2003188" y="1233488"/>
            <a:chExt cx="1629679" cy="3301357"/>
          </a:xfrm>
        </p:grpSpPr>
        <p:sp>
          <p:nvSpPr>
            <p:cNvPr id="82" name="TextBox 81"/>
            <p:cNvSpPr txBox="1"/>
            <p:nvPr/>
          </p:nvSpPr>
          <p:spPr>
            <a:xfrm>
              <a:off x="2003188" y="1757671"/>
              <a:ext cx="1629679" cy="2777174"/>
            </a:xfrm>
            <a:prstGeom prst="rect">
              <a:avLst/>
            </a:prstGeom>
            <a:solidFill>
              <a:schemeClr val="tx1">
                <a:alpha val="1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34464" tIns="107571" rIns="134464" bIns="107571" rtlCol="0" anchor="t"/>
            <a:lstStyle>
              <a:defPPr>
                <a:defRPr lang="en-US"/>
              </a:defPPr>
              <a:lvl1pPr defTabSz="932472" fontAlgn="base">
                <a:spcBef>
                  <a:spcPct val="0"/>
                </a:spcBef>
                <a:spcAft>
                  <a:spcPct val="0"/>
                </a:spcAft>
                <a:defRPr>
                  <a:gradFill>
                    <a:gsLst>
                      <a:gs pos="0">
                        <a:srgbClr val="FFFFFF"/>
                      </a:gs>
                      <a:gs pos="100000">
                        <a:srgbClr val="FFFFFF"/>
                      </a:gs>
                    </a:gsLst>
                    <a:lin ang="5400000" scaled="0"/>
                  </a:gradFill>
                  <a:ea typeface="Segoe UI" pitchFamily="34" charset="0"/>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1100" cap="small" dirty="0" smtClean="0">
                  <a:gradFill>
                    <a:gsLst>
                      <a:gs pos="806">
                        <a:schemeClr val="tx2"/>
                      </a:gs>
                      <a:gs pos="11290">
                        <a:schemeClr val="tx2"/>
                      </a:gs>
                    </a:gsLst>
                    <a:lin ang="5400000" scaled="0"/>
                  </a:gradFill>
                  <a:ea typeface="+mn-ea"/>
                  <a:cs typeface="Arial" panose="020B0604020202020204" pitchFamily="34" charset="0"/>
                </a:rPr>
                <a:t>Data Understanding</a:t>
              </a:r>
            </a:p>
            <a:p>
              <a:endParaRPr lang="en-US" sz="1100" cap="small" dirty="0">
                <a:gradFill>
                  <a:gsLst>
                    <a:gs pos="806">
                      <a:schemeClr val="tx2"/>
                    </a:gs>
                    <a:gs pos="11290">
                      <a:schemeClr val="tx2"/>
                    </a:gs>
                  </a:gsLst>
                  <a:lin ang="5400000" scaled="0"/>
                </a:gradFill>
                <a:ea typeface="+mn-ea"/>
                <a:cs typeface="Arial" panose="020B0604020202020204" pitchFamily="34" charset="0"/>
              </a:endParaRPr>
            </a:p>
            <a:p>
              <a:r>
                <a:rPr lang="en-US" sz="1000" dirty="0">
                  <a:solidFill>
                    <a:schemeClr val="accent3"/>
                  </a:solidFill>
                </a:rPr>
                <a:t>Collect Initial </a:t>
              </a:r>
              <a:r>
                <a:rPr lang="en-US" sz="1000" dirty="0" smtClean="0">
                  <a:solidFill>
                    <a:schemeClr val="accent3"/>
                  </a:solidFill>
                </a:rPr>
                <a:t>Data</a:t>
              </a:r>
            </a:p>
            <a:p>
              <a:endParaRPr lang="en-US" sz="1000" cap="small" dirty="0">
                <a:solidFill>
                  <a:schemeClr val="accent3"/>
                </a:solidFill>
                <a:ea typeface="+mn-ea"/>
                <a:cs typeface="Arial" panose="020B0604020202020204" pitchFamily="34" charset="0"/>
              </a:endParaRPr>
            </a:p>
            <a:p>
              <a:r>
                <a:rPr lang="en-US" sz="1000" dirty="0">
                  <a:solidFill>
                    <a:schemeClr val="accent3"/>
                  </a:solidFill>
                </a:rPr>
                <a:t>Describe </a:t>
              </a:r>
              <a:r>
                <a:rPr lang="en-US" sz="1000" dirty="0" smtClean="0">
                  <a:solidFill>
                    <a:schemeClr val="accent3"/>
                  </a:solidFill>
                </a:rPr>
                <a:t>Data</a:t>
              </a:r>
            </a:p>
            <a:p>
              <a:endParaRPr lang="en-US" sz="1000" cap="small" dirty="0">
                <a:solidFill>
                  <a:schemeClr val="accent3"/>
                </a:solidFill>
                <a:ea typeface="+mn-ea"/>
                <a:cs typeface="Arial" panose="020B0604020202020204" pitchFamily="34" charset="0"/>
              </a:endParaRPr>
            </a:p>
            <a:p>
              <a:r>
                <a:rPr lang="en-US" sz="1000" dirty="0">
                  <a:solidFill>
                    <a:schemeClr val="accent3"/>
                  </a:solidFill>
                </a:rPr>
                <a:t>Explore </a:t>
              </a:r>
              <a:r>
                <a:rPr lang="en-US" sz="1000" dirty="0" smtClean="0">
                  <a:solidFill>
                    <a:schemeClr val="accent3"/>
                  </a:solidFill>
                </a:rPr>
                <a:t>Data</a:t>
              </a:r>
            </a:p>
            <a:p>
              <a:endParaRPr lang="en-US" sz="1000" cap="small" dirty="0">
                <a:solidFill>
                  <a:schemeClr val="accent3"/>
                </a:solidFill>
                <a:ea typeface="+mn-ea"/>
                <a:cs typeface="Arial" panose="020B0604020202020204" pitchFamily="34" charset="0"/>
              </a:endParaRPr>
            </a:p>
            <a:p>
              <a:r>
                <a:rPr lang="en-US" sz="1000" dirty="0">
                  <a:solidFill>
                    <a:schemeClr val="accent3"/>
                  </a:solidFill>
                </a:rPr>
                <a:t>Verify Data Quality</a:t>
              </a:r>
              <a:endParaRPr lang="en-US" sz="1000" cap="small" dirty="0">
                <a:solidFill>
                  <a:schemeClr val="accent3"/>
                </a:solidFill>
                <a:ea typeface="+mn-ea"/>
                <a:cs typeface="Arial" panose="020B0604020202020204" pitchFamily="34" charset="0"/>
              </a:endParaRPr>
            </a:p>
          </p:txBody>
        </p:sp>
        <p:sp>
          <p:nvSpPr>
            <p:cNvPr id="83" name="Rectangle 82"/>
            <p:cNvSpPr/>
            <p:nvPr/>
          </p:nvSpPr>
          <p:spPr bwMode="auto">
            <a:xfrm>
              <a:off x="2003188" y="1233488"/>
              <a:ext cx="1629679" cy="524183"/>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107571" rIns="134464" bIns="107571" numCol="1" spcCol="0" rtlCol="0" fromWordArt="0" anchor="t" anchorCtr="0" forceAA="0" compatLnSpc="1">
              <a:prstTxWarp prst="textNoShape">
                <a:avLst/>
              </a:prstTxWarp>
              <a:noAutofit/>
            </a:bodyPr>
            <a:lstStyle/>
            <a:p>
              <a:pPr defTabSz="685907" fontAlgn="base">
                <a:lnSpc>
                  <a:spcPct val="90000"/>
                </a:lnSpc>
                <a:spcBef>
                  <a:spcPct val="0"/>
                </a:spcBef>
                <a:spcAft>
                  <a:spcPct val="0"/>
                </a:spcAft>
              </a:pPr>
              <a:endParaRPr lang="en-US" sz="1471" dirty="0">
                <a:gradFill>
                  <a:gsLst>
                    <a:gs pos="0">
                      <a:srgbClr val="FFFFFF"/>
                    </a:gs>
                    <a:gs pos="100000">
                      <a:srgbClr val="FFFFFF"/>
                    </a:gs>
                  </a:gsLst>
                  <a:lin ang="5400000" scaled="0"/>
                </a:gradFill>
                <a:ea typeface="Segoe UI" pitchFamily="34" charset="0"/>
                <a:cs typeface="Arial" panose="020B0604020202020204" pitchFamily="34" charset="0"/>
              </a:endParaRPr>
            </a:p>
          </p:txBody>
        </p:sp>
      </p:grpSp>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6637" y="1291585"/>
            <a:ext cx="420687" cy="341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8"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9675" y="1316191"/>
            <a:ext cx="298450"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9"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04065" y="1316191"/>
            <a:ext cx="311150"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1316191"/>
            <a:ext cx="323850" cy="261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1"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88931" y="1291585"/>
            <a:ext cx="261937" cy="341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83" name="Picture 1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48625" y="1382866"/>
            <a:ext cx="285750" cy="225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3012675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F18F5FCC-583C-47C6-9953-2F6AD74D46AE}" type="slidenum">
              <a:rPr lang="en-US" smtClean="0"/>
              <a:pPr/>
              <a:t>5</a:t>
            </a:fld>
            <a:endParaRPr lang="en-US" dirty="0"/>
          </a:p>
        </p:txBody>
      </p:sp>
      <p:sp>
        <p:nvSpPr>
          <p:cNvPr id="2" name="Title 1"/>
          <p:cNvSpPr>
            <a:spLocks noGrp="1"/>
          </p:cNvSpPr>
          <p:nvPr>
            <p:ph type="title"/>
          </p:nvPr>
        </p:nvSpPr>
        <p:spPr/>
        <p:txBody>
          <a:bodyPr/>
          <a:lstStyle/>
          <a:p>
            <a:r>
              <a:rPr lang="en-US" sz="2400" dirty="0" smtClean="0"/>
              <a:t>Nine Laws of Data Mining</a:t>
            </a:r>
            <a:endParaRPr lang="en-US" sz="2400" dirty="0"/>
          </a:p>
        </p:txBody>
      </p:sp>
      <p:sp>
        <p:nvSpPr>
          <p:cNvPr id="3" name="Rectangle 2"/>
          <p:cNvSpPr/>
          <p:nvPr/>
        </p:nvSpPr>
        <p:spPr>
          <a:xfrm>
            <a:off x="457200" y="971550"/>
            <a:ext cx="8458200" cy="3847207"/>
          </a:xfrm>
          <a:prstGeom prst="rect">
            <a:avLst/>
          </a:prstGeom>
        </p:spPr>
        <p:txBody>
          <a:bodyPr wrap="square">
            <a:spAutoFit/>
          </a:bodyPr>
          <a:lstStyle/>
          <a:p>
            <a:r>
              <a:rPr lang="en-US" sz="1200" b="1" dirty="0"/>
              <a:t>1st Law of Data Mining – “Business Goals Law”: </a:t>
            </a:r>
            <a:endParaRPr lang="en-US" sz="1200" dirty="0"/>
          </a:p>
          <a:p>
            <a:pPr lvl="1"/>
            <a:r>
              <a:rPr lang="en-US" sz="1200" i="1" dirty="0" smtClean="0"/>
              <a:t>Business </a:t>
            </a:r>
            <a:r>
              <a:rPr lang="en-US" sz="1200" i="1" dirty="0"/>
              <a:t>objectives are the origin of every data mining </a:t>
            </a:r>
            <a:r>
              <a:rPr lang="en-US" sz="1200" i="1" dirty="0" smtClean="0"/>
              <a:t>solution</a:t>
            </a:r>
          </a:p>
          <a:p>
            <a:r>
              <a:rPr lang="en-US" sz="1200" b="1" dirty="0"/>
              <a:t>2nd Law of Data Mining – “Business Knowledge Law”: </a:t>
            </a:r>
            <a:endParaRPr lang="en-US" sz="1200" dirty="0"/>
          </a:p>
          <a:p>
            <a:pPr lvl="1"/>
            <a:r>
              <a:rPr lang="en-US" sz="1200" i="1" dirty="0" smtClean="0"/>
              <a:t>Business </a:t>
            </a:r>
            <a:r>
              <a:rPr lang="en-US" sz="1200" i="1" dirty="0"/>
              <a:t>knowledge is central to every step of the data mining process</a:t>
            </a:r>
            <a:endParaRPr lang="en-US" sz="1200" dirty="0"/>
          </a:p>
          <a:p>
            <a:r>
              <a:rPr lang="en-US" sz="1200" i="1" dirty="0"/>
              <a:t> </a:t>
            </a:r>
            <a:r>
              <a:rPr lang="en-US" sz="1200" b="1" dirty="0"/>
              <a:t>3rd Law of Data Mining – “Data Preparation Law”:</a:t>
            </a:r>
            <a:endParaRPr lang="en-US" sz="1200" dirty="0"/>
          </a:p>
          <a:p>
            <a:pPr lvl="1"/>
            <a:r>
              <a:rPr lang="en-US" sz="1200" dirty="0"/>
              <a:t> </a:t>
            </a:r>
            <a:r>
              <a:rPr lang="en-US" sz="1200" i="1" dirty="0"/>
              <a:t>Data preparation is more than half of every data mining </a:t>
            </a:r>
            <a:r>
              <a:rPr lang="en-US" sz="1200" i="1" dirty="0" smtClean="0"/>
              <a:t>process</a:t>
            </a:r>
          </a:p>
          <a:p>
            <a:r>
              <a:rPr lang="en-US" sz="1200" b="1" dirty="0"/>
              <a:t>4th Law of Data Mining – “NFL-DM”: </a:t>
            </a:r>
            <a:endParaRPr lang="en-US" sz="1200" dirty="0"/>
          </a:p>
          <a:p>
            <a:pPr lvl="1"/>
            <a:r>
              <a:rPr lang="en-US" sz="1200" i="1" dirty="0"/>
              <a:t> The right model for a given application can only be discovered by experiment or “There is No Free Lunch for the Data Miner”</a:t>
            </a:r>
            <a:endParaRPr lang="en-US" sz="1200" dirty="0"/>
          </a:p>
          <a:p>
            <a:r>
              <a:rPr lang="en-US" sz="1200" b="1" dirty="0"/>
              <a:t>5th Law of Data Mining – “Watkins’ Law”: </a:t>
            </a:r>
            <a:endParaRPr lang="en-US" sz="1200" dirty="0"/>
          </a:p>
          <a:p>
            <a:pPr lvl="1"/>
            <a:r>
              <a:rPr lang="en-US" sz="1200" i="1" dirty="0"/>
              <a:t> There are always patterns</a:t>
            </a:r>
            <a:endParaRPr lang="en-US" sz="1200" dirty="0"/>
          </a:p>
          <a:p>
            <a:r>
              <a:rPr lang="en-US" sz="1200" b="1" dirty="0"/>
              <a:t>6th Law of Data Mining – “Insight Law”:</a:t>
            </a:r>
            <a:endParaRPr lang="en-US" sz="1200" dirty="0"/>
          </a:p>
          <a:p>
            <a:pPr lvl="1"/>
            <a:r>
              <a:rPr lang="en-US" sz="1200" i="1" dirty="0"/>
              <a:t> Data mining amplifies perception in the business domain</a:t>
            </a:r>
            <a:endParaRPr lang="en-US" sz="1200" dirty="0"/>
          </a:p>
          <a:p>
            <a:r>
              <a:rPr lang="en-US" sz="1200" b="1" dirty="0"/>
              <a:t>7th Law of Data Mining – “Prediction Law”: </a:t>
            </a:r>
            <a:endParaRPr lang="en-US" sz="1200" dirty="0"/>
          </a:p>
          <a:p>
            <a:pPr lvl="1"/>
            <a:r>
              <a:rPr lang="en-US" sz="1200" i="1" dirty="0"/>
              <a:t>Prediction increases information locally by </a:t>
            </a:r>
            <a:r>
              <a:rPr lang="en-US" sz="1200" i="1" dirty="0" smtClean="0"/>
              <a:t>generalization</a:t>
            </a:r>
            <a:endParaRPr lang="en-US" sz="1200" dirty="0"/>
          </a:p>
          <a:p>
            <a:r>
              <a:rPr lang="en-US" sz="1200" b="1" dirty="0"/>
              <a:t>8th Law of Data Mining – “Value Law”: </a:t>
            </a:r>
            <a:endParaRPr lang="en-US" sz="1200" dirty="0"/>
          </a:p>
          <a:p>
            <a:pPr lvl="1"/>
            <a:r>
              <a:rPr lang="en-US" sz="1200" i="1" dirty="0"/>
              <a:t> The value of data mining results is not determined by the accuracy or stability of predictive models</a:t>
            </a:r>
            <a:endParaRPr lang="en-US" sz="1200" dirty="0"/>
          </a:p>
          <a:p>
            <a:r>
              <a:rPr lang="en-US" sz="1200" b="1" dirty="0"/>
              <a:t>9th Law of Data Mining – “Law of Change”: </a:t>
            </a:r>
            <a:endParaRPr lang="en-US" sz="1200" dirty="0"/>
          </a:p>
          <a:p>
            <a:pPr lvl="1"/>
            <a:r>
              <a:rPr lang="en-US" sz="1200" i="1" dirty="0"/>
              <a:t> All patterns are subject to change</a:t>
            </a:r>
            <a:endParaRPr lang="en-US" sz="1200" dirty="0"/>
          </a:p>
          <a:p>
            <a:endParaRPr lang="en-US" sz="800" dirty="0"/>
          </a:p>
          <a:p>
            <a:endParaRPr lang="en-US" sz="800" dirty="0">
              <a:effectLst/>
            </a:endParaRPr>
          </a:p>
        </p:txBody>
      </p:sp>
    </p:spTree>
    <p:extLst>
      <p:ext uri="{BB962C8B-B14F-4D97-AF65-F5344CB8AC3E}">
        <p14:creationId xmlns:p14="http://schemas.microsoft.com/office/powerpoint/2010/main" val="3130120747"/>
      </p:ext>
    </p:extLst>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1"/>
          </p:nvPr>
        </p:nvSpPr>
        <p:spPr/>
        <p:txBody>
          <a:bodyPr/>
          <a:lstStyle/>
          <a:p>
            <a:fld id="{F18F5FCC-583C-47C6-9953-2F6AD74D46AE}" type="slidenum">
              <a:rPr lang="en-US" smtClean="0"/>
              <a:pPr/>
              <a:t>6</a:t>
            </a:fld>
            <a:endParaRPr lang="en-US" dirty="0"/>
          </a:p>
        </p:txBody>
      </p:sp>
      <p:sp>
        <p:nvSpPr>
          <p:cNvPr id="2" name="Title 1"/>
          <p:cNvSpPr>
            <a:spLocks noGrp="1"/>
          </p:cNvSpPr>
          <p:nvPr>
            <p:ph type="title"/>
          </p:nvPr>
        </p:nvSpPr>
        <p:spPr/>
        <p:txBody>
          <a:bodyPr/>
          <a:lstStyle/>
          <a:p>
            <a:r>
              <a:rPr lang="en-US" sz="2400" dirty="0" smtClean="0"/>
              <a:t>Nine Laws of Data Mining</a:t>
            </a:r>
            <a:endParaRPr lang="en-US" sz="2400" dirty="0"/>
          </a:p>
        </p:txBody>
      </p:sp>
      <p:sp>
        <p:nvSpPr>
          <p:cNvPr id="3" name="Rectangle 2"/>
          <p:cNvSpPr/>
          <p:nvPr/>
        </p:nvSpPr>
        <p:spPr>
          <a:xfrm>
            <a:off x="457200" y="971550"/>
            <a:ext cx="8458200" cy="3847207"/>
          </a:xfrm>
          <a:prstGeom prst="rect">
            <a:avLst/>
          </a:prstGeom>
        </p:spPr>
        <p:txBody>
          <a:bodyPr wrap="square">
            <a:spAutoFit/>
          </a:bodyPr>
          <a:lstStyle/>
          <a:p>
            <a:r>
              <a:rPr lang="en-US" sz="1200" b="1" dirty="0"/>
              <a:t>1st Law of Data Mining – “Business Goals Law”: </a:t>
            </a:r>
            <a:endParaRPr lang="en-US" sz="1200" dirty="0"/>
          </a:p>
          <a:p>
            <a:pPr lvl="1"/>
            <a:r>
              <a:rPr lang="en-US" sz="1200" i="1" dirty="0" smtClean="0"/>
              <a:t>Business </a:t>
            </a:r>
            <a:r>
              <a:rPr lang="en-US" sz="1200" i="1" dirty="0"/>
              <a:t>objectives are the origin of every data mining </a:t>
            </a:r>
            <a:r>
              <a:rPr lang="en-US" sz="1200" i="1" dirty="0" smtClean="0"/>
              <a:t>solution</a:t>
            </a:r>
          </a:p>
          <a:p>
            <a:r>
              <a:rPr lang="en-US" sz="1200" b="1" dirty="0"/>
              <a:t>2nd Law of Data Mining – “Business Knowledge Law”: </a:t>
            </a:r>
            <a:endParaRPr lang="en-US" sz="1200" dirty="0"/>
          </a:p>
          <a:p>
            <a:pPr lvl="1"/>
            <a:r>
              <a:rPr lang="en-US" sz="1200" i="1" dirty="0" smtClean="0"/>
              <a:t>Business </a:t>
            </a:r>
            <a:r>
              <a:rPr lang="en-US" sz="1200" i="1" dirty="0"/>
              <a:t>knowledge is central to every step of the data mining process</a:t>
            </a:r>
            <a:endParaRPr lang="en-US" sz="1200" dirty="0"/>
          </a:p>
          <a:p>
            <a:r>
              <a:rPr lang="en-US" sz="1200" i="1" dirty="0"/>
              <a:t> </a:t>
            </a:r>
            <a:r>
              <a:rPr lang="en-US" sz="1200" b="1" dirty="0"/>
              <a:t>3rd Law of Data Mining – “Data Preparation Law”:</a:t>
            </a:r>
            <a:endParaRPr lang="en-US" sz="1200" dirty="0"/>
          </a:p>
          <a:p>
            <a:pPr lvl="1"/>
            <a:r>
              <a:rPr lang="en-US" sz="1200" dirty="0"/>
              <a:t> </a:t>
            </a:r>
            <a:r>
              <a:rPr lang="en-US" sz="1200" i="1" dirty="0"/>
              <a:t>Data preparation is more than half of every data mining </a:t>
            </a:r>
            <a:r>
              <a:rPr lang="en-US" sz="1200" i="1" dirty="0" smtClean="0"/>
              <a:t>process</a:t>
            </a:r>
          </a:p>
          <a:p>
            <a:r>
              <a:rPr lang="en-US" sz="1200" b="1" dirty="0">
                <a:solidFill>
                  <a:schemeClr val="accent6"/>
                </a:solidFill>
              </a:rPr>
              <a:t>4th Law of Data Mining – “NFL-DM”: </a:t>
            </a:r>
            <a:endParaRPr lang="en-US" sz="1200" dirty="0">
              <a:solidFill>
                <a:schemeClr val="accent6"/>
              </a:solidFill>
            </a:endParaRPr>
          </a:p>
          <a:p>
            <a:pPr lvl="1"/>
            <a:r>
              <a:rPr lang="en-US" sz="1200" i="1" dirty="0">
                <a:solidFill>
                  <a:schemeClr val="accent6"/>
                </a:solidFill>
              </a:rPr>
              <a:t> The right model for a given application can only be discovered by experiment or “There is No Free Lunch for the Data Miner”</a:t>
            </a:r>
            <a:endParaRPr lang="en-US" sz="1200" dirty="0">
              <a:solidFill>
                <a:schemeClr val="accent6"/>
              </a:solidFill>
            </a:endParaRPr>
          </a:p>
          <a:p>
            <a:r>
              <a:rPr lang="en-US" sz="1200" b="1" dirty="0">
                <a:solidFill>
                  <a:schemeClr val="accent6"/>
                </a:solidFill>
              </a:rPr>
              <a:t>5th Law of Data Mining – “Watkins’ Law”: </a:t>
            </a:r>
            <a:endParaRPr lang="en-US" sz="1200" dirty="0">
              <a:solidFill>
                <a:schemeClr val="accent6"/>
              </a:solidFill>
            </a:endParaRPr>
          </a:p>
          <a:p>
            <a:pPr lvl="1"/>
            <a:r>
              <a:rPr lang="en-US" sz="1200" i="1" dirty="0">
                <a:solidFill>
                  <a:schemeClr val="accent6"/>
                </a:solidFill>
              </a:rPr>
              <a:t> There are always patterns</a:t>
            </a:r>
            <a:endParaRPr lang="en-US" sz="1200" dirty="0">
              <a:solidFill>
                <a:schemeClr val="accent6"/>
              </a:solidFill>
            </a:endParaRPr>
          </a:p>
          <a:p>
            <a:r>
              <a:rPr lang="en-US" sz="1200" b="1" dirty="0">
                <a:solidFill>
                  <a:schemeClr val="accent6"/>
                </a:solidFill>
              </a:rPr>
              <a:t>6th Law of Data Mining – “Insight Law”:</a:t>
            </a:r>
            <a:endParaRPr lang="en-US" sz="1200" dirty="0">
              <a:solidFill>
                <a:schemeClr val="accent6"/>
              </a:solidFill>
            </a:endParaRPr>
          </a:p>
          <a:p>
            <a:pPr lvl="1"/>
            <a:r>
              <a:rPr lang="en-US" sz="1200" i="1" dirty="0">
                <a:solidFill>
                  <a:schemeClr val="accent6"/>
                </a:solidFill>
              </a:rPr>
              <a:t> Data mining amplifies perception in the business domain</a:t>
            </a:r>
            <a:endParaRPr lang="en-US" sz="1200" dirty="0">
              <a:solidFill>
                <a:schemeClr val="accent6"/>
              </a:solidFill>
            </a:endParaRPr>
          </a:p>
          <a:p>
            <a:r>
              <a:rPr lang="en-US" sz="1200" b="1" dirty="0">
                <a:solidFill>
                  <a:schemeClr val="accent6"/>
                </a:solidFill>
              </a:rPr>
              <a:t>7th Law of Data Mining – “Prediction Law”: </a:t>
            </a:r>
            <a:endParaRPr lang="en-US" sz="1200" dirty="0">
              <a:solidFill>
                <a:schemeClr val="accent6"/>
              </a:solidFill>
            </a:endParaRPr>
          </a:p>
          <a:p>
            <a:pPr lvl="1"/>
            <a:r>
              <a:rPr lang="en-US" sz="1200" i="1" dirty="0">
                <a:solidFill>
                  <a:schemeClr val="accent6"/>
                </a:solidFill>
              </a:rPr>
              <a:t>Prediction increases information locally by </a:t>
            </a:r>
            <a:r>
              <a:rPr lang="en-US" sz="1200" i="1" dirty="0" smtClean="0">
                <a:solidFill>
                  <a:schemeClr val="accent6"/>
                </a:solidFill>
              </a:rPr>
              <a:t>generalization</a:t>
            </a:r>
            <a:endParaRPr lang="en-US" sz="1200" dirty="0">
              <a:solidFill>
                <a:schemeClr val="accent6"/>
              </a:solidFill>
            </a:endParaRPr>
          </a:p>
          <a:p>
            <a:r>
              <a:rPr lang="en-US" sz="1200" b="1" dirty="0">
                <a:solidFill>
                  <a:schemeClr val="accent6"/>
                </a:solidFill>
              </a:rPr>
              <a:t>8th Law of Data Mining – “Value Law”: </a:t>
            </a:r>
            <a:endParaRPr lang="en-US" sz="1200" dirty="0">
              <a:solidFill>
                <a:schemeClr val="accent6"/>
              </a:solidFill>
            </a:endParaRPr>
          </a:p>
          <a:p>
            <a:pPr lvl="1"/>
            <a:r>
              <a:rPr lang="en-US" sz="1200" i="1" dirty="0">
                <a:solidFill>
                  <a:schemeClr val="accent6"/>
                </a:solidFill>
              </a:rPr>
              <a:t> The value of data mining results is not determined by the accuracy or stability of predictive models</a:t>
            </a:r>
            <a:endParaRPr lang="en-US" sz="1200" dirty="0">
              <a:solidFill>
                <a:schemeClr val="accent6"/>
              </a:solidFill>
            </a:endParaRPr>
          </a:p>
          <a:p>
            <a:r>
              <a:rPr lang="en-US" sz="1200" b="1" dirty="0">
                <a:solidFill>
                  <a:schemeClr val="accent6"/>
                </a:solidFill>
              </a:rPr>
              <a:t>9th Law of Data Mining – “Law of Change”: </a:t>
            </a:r>
            <a:endParaRPr lang="en-US" sz="1200" dirty="0">
              <a:solidFill>
                <a:schemeClr val="accent6"/>
              </a:solidFill>
            </a:endParaRPr>
          </a:p>
          <a:p>
            <a:pPr lvl="1"/>
            <a:r>
              <a:rPr lang="en-US" sz="1200" i="1" dirty="0">
                <a:solidFill>
                  <a:schemeClr val="accent6"/>
                </a:solidFill>
              </a:rPr>
              <a:t> All patterns are subject to change</a:t>
            </a:r>
            <a:endParaRPr lang="en-US" sz="1200" dirty="0">
              <a:solidFill>
                <a:schemeClr val="accent6"/>
              </a:solidFill>
            </a:endParaRPr>
          </a:p>
          <a:p>
            <a:endParaRPr lang="en-US" sz="800" dirty="0"/>
          </a:p>
          <a:p>
            <a:endParaRPr lang="en-US" sz="800" dirty="0">
              <a:effectLst/>
            </a:endParaRPr>
          </a:p>
        </p:txBody>
      </p:sp>
    </p:spTree>
    <p:extLst>
      <p:ext uri="{BB962C8B-B14F-4D97-AF65-F5344CB8AC3E}">
        <p14:creationId xmlns:p14="http://schemas.microsoft.com/office/powerpoint/2010/main" val="551555774"/>
      </p:ext>
    </p:extLst>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lvl="1" algn="ctr">
              <a:spcBef>
                <a:spcPts val="2400"/>
              </a:spcBef>
              <a:buClrTx/>
            </a:pPr>
            <a:endParaRPr lang="en-US" sz="2400" i="1" dirty="0" smtClean="0">
              <a:solidFill>
                <a:schemeClr val="tx2"/>
              </a:solidFill>
            </a:endParaRPr>
          </a:p>
          <a:p>
            <a:pPr lvl="1" algn="ctr">
              <a:spcBef>
                <a:spcPts val="2400"/>
              </a:spcBef>
              <a:buClrTx/>
            </a:pPr>
            <a:r>
              <a:rPr lang="en-US" sz="2400" i="1" dirty="0" smtClean="0">
                <a:solidFill>
                  <a:schemeClr val="tx2"/>
                </a:solidFill>
              </a:rPr>
              <a:t>“Data </a:t>
            </a:r>
            <a:r>
              <a:rPr lang="en-US" sz="2400" i="1" dirty="0">
                <a:solidFill>
                  <a:schemeClr val="tx2"/>
                </a:solidFill>
              </a:rPr>
              <a:t>preparation is more than half of every data mining </a:t>
            </a:r>
            <a:r>
              <a:rPr lang="en-US" sz="2400" i="1" dirty="0" smtClean="0">
                <a:solidFill>
                  <a:schemeClr val="tx2"/>
                </a:solidFill>
              </a:rPr>
              <a:t>process”</a:t>
            </a:r>
            <a:endParaRPr lang="en-US" sz="2400" i="1" dirty="0">
              <a:solidFill>
                <a:schemeClr val="tx2"/>
              </a:solidFill>
            </a:endParaRPr>
          </a:p>
          <a:p>
            <a:pPr algn="ctr"/>
            <a:r>
              <a:rPr lang="en-US" dirty="0">
                <a:solidFill>
                  <a:schemeClr val="tx1"/>
                </a:solidFill>
              </a:rPr>
              <a:t>“While automation can be beneficial, there is a risk that proponents of this technology will believe that it can remove the large proportion of effort which goes into data preparation.  This would be to misunderstand the reasons why data preparation is required in data mining</a:t>
            </a:r>
            <a:r>
              <a:rPr lang="en-US" dirty="0" smtClean="0">
                <a:solidFill>
                  <a:schemeClr val="tx1"/>
                </a:solidFill>
              </a:rPr>
              <a:t>.”</a:t>
            </a:r>
            <a:endParaRPr lang="en-US" dirty="0">
              <a:solidFill>
                <a:schemeClr val="tx1"/>
              </a:solidFill>
            </a:endParaRPr>
          </a:p>
        </p:txBody>
      </p:sp>
      <p:sp>
        <p:nvSpPr>
          <p:cNvPr id="3" name="Slide Number Placeholder 2"/>
          <p:cNvSpPr>
            <a:spLocks noGrp="1"/>
          </p:cNvSpPr>
          <p:nvPr>
            <p:ph type="sldNum" sz="quarter" idx="11"/>
          </p:nvPr>
        </p:nvSpPr>
        <p:spPr/>
        <p:txBody>
          <a:bodyPr/>
          <a:lstStyle/>
          <a:p>
            <a:pPr algn="r"/>
            <a:fld id="{F18F5FCC-583C-47C6-9953-2F6AD74D46AE}" type="slidenum">
              <a:rPr lang="en-US" smtClean="0"/>
              <a:pPr algn="r"/>
              <a:t>7</a:t>
            </a:fld>
            <a:endParaRPr lang="en-US" dirty="0"/>
          </a:p>
        </p:txBody>
      </p:sp>
      <p:sp>
        <p:nvSpPr>
          <p:cNvPr id="4" name="Title 3"/>
          <p:cNvSpPr>
            <a:spLocks noGrp="1"/>
          </p:cNvSpPr>
          <p:nvPr>
            <p:ph type="title"/>
          </p:nvPr>
        </p:nvSpPr>
        <p:spPr/>
        <p:txBody>
          <a:bodyPr/>
          <a:lstStyle/>
          <a:p>
            <a:r>
              <a:rPr lang="en-US" sz="2400" b="1" dirty="0"/>
              <a:t>3rd Law of Data Mining – “Data Preparation Law</a:t>
            </a:r>
            <a:r>
              <a:rPr lang="en-US" sz="2400" b="1" dirty="0" smtClean="0"/>
              <a:t>”:</a:t>
            </a:r>
            <a:endParaRPr lang="en-US" sz="2400" dirty="0"/>
          </a:p>
        </p:txBody>
      </p:sp>
    </p:spTree>
    <p:extLst>
      <p:ext uri="{BB962C8B-B14F-4D97-AF65-F5344CB8AC3E}">
        <p14:creationId xmlns:p14="http://schemas.microsoft.com/office/powerpoint/2010/main" val="141533496"/>
      </p:ext>
    </p:extLst>
  </p:cSld>
  <p:clrMapOvr>
    <a:masterClrMapping/>
  </p:clrMapOvr>
  <p:transition>
    <p:fad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pPr lvl="1" algn="ctr">
              <a:spcBef>
                <a:spcPts val="2400"/>
              </a:spcBef>
              <a:buClrTx/>
            </a:pPr>
            <a:endParaRPr lang="en-US" sz="2400" i="1" dirty="0" smtClean="0">
              <a:solidFill>
                <a:schemeClr val="tx2"/>
              </a:solidFill>
            </a:endParaRPr>
          </a:p>
          <a:p>
            <a:pPr lvl="1" algn="ctr">
              <a:spcBef>
                <a:spcPts val="2400"/>
              </a:spcBef>
              <a:buClrTx/>
            </a:pPr>
            <a:r>
              <a:rPr lang="en-US" sz="2400" i="1" dirty="0" smtClean="0">
                <a:solidFill>
                  <a:schemeClr val="tx2"/>
                </a:solidFill>
              </a:rPr>
              <a:t>“Data </a:t>
            </a:r>
            <a:r>
              <a:rPr lang="en-US" sz="2400" i="1" dirty="0">
                <a:solidFill>
                  <a:schemeClr val="tx2"/>
                </a:solidFill>
              </a:rPr>
              <a:t>preparation is more than half of every data mining </a:t>
            </a:r>
            <a:r>
              <a:rPr lang="en-US" sz="2400" i="1" dirty="0" smtClean="0">
                <a:solidFill>
                  <a:schemeClr val="tx2"/>
                </a:solidFill>
              </a:rPr>
              <a:t>process”</a:t>
            </a:r>
          </a:p>
          <a:p>
            <a:pPr lvl="1" algn="ctr">
              <a:spcBef>
                <a:spcPts val="2400"/>
              </a:spcBef>
              <a:buClrTx/>
            </a:pPr>
            <a:r>
              <a:rPr lang="en-US" sz="2400" dirty="0"/>
              <a:t> </a:t>
            </a:r>
            <a:r>
              <a:rPr lang="en-US" sz="2400" dirty="0" smtClean="0"/>
              <a:t>”It </a:t>
            </a:r>
            <a:r>
              <a:rPr lang="en-US" sz="2400" dirty="0"/>
              <a:t>is therefore essential that data preparation is informed in detail by business knowledge, data knowledge and data mining knowledge.  These aspects of data preparation cannot be automated in any simple way</a:t>
            </a:r>
            <a:r>
              <a:rPr lang="en-US" sz="2400" dirty="0" smtClean="0"/>
              <a:t>.”</a:t>
            </a:r>
            <a:endParaRPr lang="en-US" sz="2400" i="1" dirty="0">
              <a:solidFill>
                <a:schemeClr val="tx2"/>
              </a:solidFill>
            </a:endParaRPr>
          </a:p>
        </p:txBody>
      </p:sp>
      <p:sp>
        <p:nvSpPr>
          <p:cNvPr id="3" name="Slide Number Placeholder 2"/>
          <p:cNvSpPr>
            <a:spLocks noGrp="1"/>
          </p:cNvSpPr>
          <p:nvPr>
            <p:ph type="sldNum" sz="quarter" idx="11"/>
          </p:nvPr>
        </p:nvSpPr>
        <p:spPr/>
        <p:txBody>
          <a:bodyPr/>
          <a:lstStyle/>
          <a:p>
            <a:pPr algn="r"/>
            <a:fld id="{F18F5FCC-583C-47C6-9953-2F6AD74D46AE}" type="slidenum">
              <a:rPr lang="en-US" smtClean="0"/>
              <a:pPr algn="r"/>
              <a:t>8</a:t>
            </a:fld>
            <a:endParaRPr lang="en-US" dirty="0"/>
          </a:p>
        </p:txBody>
      </p:sp>
      <p:sp>
        <p:nvSpPr>
          <p:cNvPr id="4" name="Title 3"/>
          <p:cNvSpPr>
            <a:spLocks noGrp="1"/>
          </p:cNvSpPr>
          <p:nvPr>
            <p:ph type="title"/>
          </p:nvPr>
        </p:nvSpPr>
        <p:spPr/>
        <p:txBody>
          <a:bodyPr/>
          <a:lstStyle/>
          <a:p>
            <a:r>
              <a:rPr lang="en-US" sz="2400" b="1" dirty="0"/>
              <a:t>3rd Law of Data Mining – “Data Preparation Law</a:t>
            </a:r>
            <a:r>
              <a:rPr lang="en-US" sz="2400" b="1" dirty="0" smtClean="0"/>
              <a:t>”:</a:t>
            </a:r>
            <a:endParaRPr lang="en-US" sz="2400" dirty="0"/>
          </a:p>
        </p:txBody>
      </p:sp>
    </p:spTree>
    <p:extLst>
      <p:ext uri="{BB962C8B-B14F-4D97-AF65-F5344CB8AC3E}">
        <p14:creationId xmlns:p14="http://schemas.microsoft.com/office/powerpoint/2010/main" val="4079215284"/>
      </p:ext>
    </p:extLst>
  </p:cSld>
  <p:clrMapOvr>
    <a:masterClrMapping/>
  </p:clrMapOvr>
  <p:transition>
    <p:fad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pPr algn="r"/>
            <a:fld id="{F18F5FCC-583C-47C6-9953-2F6AD74D46AE}" type="slidenum">
              <a:rPr lang="en-US" smtClean="0"/>
              <a:pPr algn="r"/>
              <a:t>9</a:t>
            </a:fld>
            <a:endParaRPr lang="en-US" dirty="0"/>
          </a:p>
        </p:txBody>
      </p:sp>
      <p:sp>
        <p:nvSpPr>
          <p:cNvPr id="4" name="Title 3"/>
          <p:cNvSpPr>
            <a:spLocks noGrp="1"/>
          </p:cNvSpPr>
          <p:nvPr>
            <p:ph type="title"/>
          </p:nvPr>
        </p:nvSpPr>
        <p:spPr>
          <a:xfrm>
            <a:off x="457200" y="133350"/>
            <a:ext cx="8396863" cy="670322"/>
          </a:xfrm>
        </p:spPr>
        <p:txBody>
          <a:bodyPr/>
          <a:lstStyle/>
          <a:p>
            <a:r>
              <a:rPr lang="en-US" sz="2000" b="1" dirty="0" smtClean="0"/>
              <a:t>Excerpt From: “Dimension </a:t>
            </a:r>
            <a:r>
              <a:rPr lang="en-US" sz="2000" b="1" dirty="0"/>
              <a:t>tables vs. fact tables: What's the difference</a:t>
            </a:r>
            <a:r>
              <a:rPr lang="en-US" sz="2000" b="1" dirty="0" smtClean="0"/>
              <a:t>?”</a:t>
            </a:r>
            <a:endParaRPr lang="en-US" sz="2000" dirty="0"/>
          </a:p>
        </p:txBody>
      </p:sp>
      <p:sp>
        <p:nvSpPr>
          <p:cNvPr id="2" name="Rectangle 1"/>
          <p:cNvSpPr/>
          <p:nvPr/>
        </p:nvSpPr>
        <p:spPr>
          <a:xfrm>
            <a:off x="183107" y="4019550"/>
            <a:ext cx="8839200" cy="461665"/>
          </a:xfrm>
          <a:prstGeom prst="rect">
            <a:avLst/>
          </a:prstGeom>
        </p:spPr>
        <p:txBody>
          <a:bodyPr wrap="square">
            <a:spAutoFit/>
          </a:bodyPr>
          <a:lstStyle/>
          <a:p>
            <a:r>
              <a:rPr lang="en-US" sz="800" dirty="0"/>
              <a:t>https://searchdatamanagement.techtarget.com/answer/What-are-the-differences-between-fact-tables-and-dimension-tables-in-star-schemas?src=5733486&amp;asrc=EM_ERU_93567251&amp;utm_content=eru-rd2-rcpC&amp;utm_medium=EM&amp;utm_source=ERU&amp;utm_campaign=20180416_ERU%20Transmission%20for%2004/16/2018%20(UserUniverse:%202565340)</a:t>
            </a:r>
          </a:p>
        </p:txBody>
      </p:sp>
      <p:sp>
        <p:nvSpPr>
          <p:cNvPr id="5" name="Rectangle 4"/>
          <p:cNvSpPr/>
          <p:nvPr/>
        </p:nvSpPr>
        <p:spPr>
          <a:xfrm>
            <a:off x="457200" y="1047750"/>
            <a:ext cx="8001000" cy="2862322"/>
          </a:xfrm>
          <a:prstGeom prst="rect">
            <a:avLst/>
          </a:prstGeom>
        </p:spPr>
        <p:txBody>
          <a:bodyPr wrap="square">
            <a:spAutoFit/>
          </a:bodyPr>
          <a:lstStyle/>
          <a:p>
            <a:r>
              <a:rPr lang="en-US" sz="2000" dirty="0"/>
              <a:t>Entity relationship models used in business systems are typically organized to support efficient execution of transactions or operational events. Because the focus is on ensuring rapid response times, the associated data models don't easily lend themselves to the aggregation and slicing and dicing of data that drives business intelligence (BI), reporting and analytics applications.</a:t>
            </a:r>
          </a:p>
          <a:p>
            <a:endParaRPr lang="en-US" sz="2000" dirty="0"/>
          </a:p>
          <a:p>
            <a:r>
              <a:rPr lang="en-US" sz="2000" dirty="0"/>
              <a:t>As a result, transaction processing and operational data must be transformed into a framework that's better suited for analytical uses. </a:t>
            </a:r>
          </a:p>
        </p:txBody>
      </p:sp>
    </p:spTree>
    <p:extLst>
      <p:ext uri="{BB962C8B-B14F-4D97-AF65-F5344CB8AC3E}">
        <p14:creationId xmlns:p14="http://schemas.microsoft.com/office/powerpoint/2010/main" val="2083496363"/>
      </p:ext>
    </p:extLst>
  </p:cSld>
  <p:clrMapOvr>
    <a:masterClrMapping/>
  </p:clrMapOvr>
  <p:transition>
    <p:fade/>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pPr algn="r"/>
            <a:fld id="{F18F5FCC-583C-47C6-9953-2F6AD74D46AE}" type="slidenum">
              <a:rPr lang="en-US" smtClean="0"/>
              <a:pPr algn="r"/>
              <a:t>10</a:t>
            </a:fld>
            <a:endParaRPr lang="en-US" dirty="0"/>
          </a:p>
        </p:txBody>
      </p:sp>
      <p:sp>
        <p:nvSpPr>
          <p:cNvPr id="4" name="Title 3"/>
          <p:cNvSpPr>
            <a:spLocks noGrp="1"/>
          </p:cNvSpPr>
          <p:nvPr>
            <p:ph type="title"/>
          </p:nvPr>
        </p:nvSpPr>
        <p:spPr/>
        <p:txBody>
          <a:bodyPr/>
          <a:lstStyle/>
          <a:p>
            <a:r>
              <a:rPr lang="en-US" sz="2400" dirty="0" smtClean="0"/>
              <a:t>Similarity of 3rd Law and ‘No Silver Bullet’.</a:t>
            </a:r>
            <a:endParaRPr lang="en-US" sz="24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1634" y="1323975"/>
            <a:ext cx="7048500" cy="2495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8525249"/>
      </p:ext>
    </p:extLst>
  </p:cSld>
  <p:clrMapOvr>
    <a:masterClrMapping/>
  </p:clrMapOvr>
  <p:transition>
    <p:fade/>
  </p:transition>
  <p:timing>
    <p:tnLst>
      <p:par>
        <p:cTn id="1" dur="indefinite" restart="never" nodeType="tmRoot"/>
      </p:par>
    </p:tnLst>
  </p:timing>
</p:sld>
</file>

<file path=ppt/theme/theme1.xml><?xml version="1.0" encoding="utf-8"?>
<a:theme xmlns:a="http://schemas.openxmlformats.org/drawingml/2006/main" name="PPT Template_Wide_FINAL_v1">
  <a:themeElements>
    <a:clrScheme name="Optum Sept 2016">
      <a:dk1>
        <a:srgbClr val="55565A"/>
      </a:dk1>
      <a:lt1>
        <a:srgbClr val="FFFFFF"/>
      </a:lt1>
      <a:dk2>
        <a:srgbClr val="E87722"/>
      </a:dk2>
      <a:lt2>
        <a:srgbClr val="EAEAEA"/>
      </a:lt2>
      <a:accent1>
        <a:srgbClr val="E87722"/>
      </a:accent1>
      <a:accent2>
        <a:srgbClr val="F2B411"/>
      </a:accent2>
      <a:accent3>
        <a:srgbClr val="63666A"/>
      </a:accent3>
      <a:accent4>
        <a:srgbClr val="888B8D"/>
      </a:accent4>
      <a:accent5>
        <a:srgbClr val="B1B3B3"/>
      </a:accent5>
      <a:accent6>
        <a:srgbClr val="D0D0CE"/>
      </a:accent6>
      <a:hlink>
        <a:srgbClr val="00549F"/>
      </a:hlink>
      <a:folHlink>
        <a:srgbClr val="00549F"/>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accent4"/>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err="1" smtClean="0"/>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48E6CAA81EF3A44BA4646087124E6A2" ma:contentTypeVersion="1" ma:contentTypeDescription="Create a new document." ma:contentTypeScope="" ma:versionID="672be685ca0a56a5272b13b223a2a581">
  <xsd:schema xmlns:xsd="http://www.w3.org/2001/XMLSchema" xmlns:xs="http://www.w3.org/2001/XMLSchema" xmlns:p="http://schemas.microsoft.com/office/2006/metadata/properties" xmlns:ns1="http://schemas.microsoft.com/sharepoint/v3" targetNamespace="http://schemas.microsoft.com/office/2006/metadata/properties" ma:root="true" ma:fieldsID="48c5b5cd9b8d25ff6dd15848836f4270"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Scheduling Start Date" ma:description="Scheduling Start Date is a site column created by the Publishing feature. It is used to specify the date and time on which this page will first appear to site visitors." ma:hidden="true" ma:internalName="PublishingStartDate">
      <xsd:simpleType>
        <xsd:restriction base="dms:Unknown"/>
      </xsd:simpleType>
    </xsd:element>
    <xsd:element name="PublishingExpirationDate" ma:index="9" nillable="true" ma:displayName="Scheduling End Date" ma:description="Scheduling End Date is a site column created by the Publishing feature. It is used to specify the date and time on which this page will no longer appear to site visitors."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57A76CB-A9E7-4905-A7E5-BE1C7288AFF2}">
  <ds:schemaRefs>
    <ds:schemaRef ds:uri="http://schemas.microsoft.com/sharepoint/v3/contenttype/forms"/>
  </ds:schemaRefs>
</ds:datastoreItem>
</file>

<file path=customXml/itemProps2.xml><?xml version="1.0" encoding="utf-8"?>
<ds:datastoreItem xmlns:ds="http://schemas.openxmlformats.org/officeDocument/2006/customXml" ds:itemID="{7B6053AF-4A55-46B0-AE16-94248BFC9895}">
  <ds:schemaRefs>
    <ds:schemaRef ds:uri="http://purl.org/dc/dcmitype/"/>
    <ds:schemaRef ds:uri="http://schemas.microsoft.com/office/2006/documentManagement/types"/>
    <ds:schemaRef ds:uri="http://schemas.microsoft.com/office/2006/metadata/properties"/>
    <ds:schemaRef ds:uri="http://www.w3.org/XML/1998/namespace"/>
    <ds:schemaRef ds:uri="http://schemas.microsoft.com/sharepoint/v3"/>
    <ds:schemaRef ds:uri="http://purl.org/dc/elements/1.1/"/>
    <ds:schemaRef ds:uri="http://schemas.microsoft.com/office/infopath/2007/PartnerControls"/>
    <ds:schemaRef ds:uri="http://schemas.openxmlformats.org/package/2006/metadata/core-properties"/>
    <ds:schemaRef ds:uri="http://purl.org/dc/terms/"/>
  </ds:schemaRefs>
</ds:datastoreItem>
</file>

<file path=customXml/itemProps3.xml><?xml version="1.0" encoding="utf-8"?>
<ds:datastoreItem xmlns:ds="http://schemas.openxmlformats.org/officeDocument/2006/customXml" ds:itemID="{772CF58E-301B-4A5C-A99F-B8E2BA91C0B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PPT Template_Wide_FINAL_v1</Template>
  <TotalTime>1875</TotalTime>
  <Words>454</Words>
  <Application>Microsoft Office PowerPoint</Application>
  <PresentationFormat>On-screen Show (16:9)</PresentationFormat>
  <Paragraphs>153</Paragraphs>
  <Slides>10</Slides>
  <Notes>5</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PPT Template_Wide_FINAL_v1</vt:lpstr>
      <vt:lpstr>Crisp-DM: CRoss-Industry Standard Process for Data Mining</vt:lpstr>
      <vt:lpstr>Data Mining? How does a ‘data mining model’ apply to us?</vt:lpstr>
      <vt:lpstr>Crisp-DM: CRoss-Industry Standard Process for Data Mining</vt:lpstr>
      <vt:lpstr>6 Phases</vt:lpstr>
      <vt:lpstr>Nine Laws of Data Mining</vt:lpstr>
      <vt:lpstr>Nine Laws of Data Mining</vt:lpstr>
      <vt:lpstr>3rd Law of Data Mining – “Data Preparation Law”:</vt:lpstr>
      <vt:lpstr>3rd Law of Data Mining – “Data Preparation Law”:</vt:lpstr>
      <vt:lpstr>Excerpt From: “Dimension tables vs. fact tables: What's the difference?”</vt:lpstr>
      <vt:lpstr>Similarity of 3rd Law and ‘No Silver Bullet’.</vt:lpstr>
    </vt:vector>
  </TitlesOfParts>
  <Company>UnitedHealth Group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Iconography</dc:title>
  <dc:creator>Amendola, Christopher A</dc:creator>
  <cp:lastModifiedBy>Amendola, Christopher A</cp:lastModifiedBy>
  <cp:revision>60</cp:revision>
  <dcterms:created xsi:type="dcterms:W3CDTF">2018-01-29T14:58:15Z</dcterms:created>
  <dcterms:modified xsi:type="dcterms:W3CDTF">2018-11-05T13:02:40Z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0x010100148E6CAA81EF3A44BA4646087124E6A2</vt:lpwstr>
  </property>
</Properties>
</file>